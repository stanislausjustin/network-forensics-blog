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72" r:id="rId3"/>
    <p:sldMasterId id="2147483684" r:id="rId4"/>
    <p:sldMasterId id="2147483696" r:id="rId5"/>
    <p:sldMasterId id="2147483708" r:id="rId6"/>
    <p:sldMasterId id="2147483761" r:id="rId7"/>
  </p:sldMasterIdLst>
  <p:notesMasterIdLst>
    <p:notesMasterId r:id="rId37"/>
  </p:notesMasterIdLst>
  <p:handoutMasterIdLst>
    <p:handoutMasterId r:id="rId38"/>
  </p:handoutMasterIdLst>
  <p:sldIdLst>
    <p:sldId id="285" r:id="rId8"/>
    <p:sldId id="28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3" r:id="rId35"/>
    <p:sldId id="284" r:id="rId36"/>
  </p:sldIdLst>
  <p:sldSz cx="9144000" cy="6858000" type="screen4x3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138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slide" Target="slides/slide19.xml"/><Relationship Id="rId39" Type="http://schemas.openxmlformats.org/officeDocument/2006/relationships/presProps" Target="presProps.xml"/><Relationship Id="rId21" Type="http://schemas.openxmlformats.org/officeDocument/2006/relationships/slide" Target="slides/slide14.xml"/><Relationship Id="rId34" Type="http://schemas.openxmlformats.org/officeDocument/2006/relationships/slide" Target="slides/slide27.xml"/><Relationship Id="rId42" Type="http://schemas.openxmlformats.org/officeDocument/2006/relationships/tableStyles" Target="tableStyles.xml"/><Relationship Id="rId7" Type="http://schemas.openxmlformats.org/officeDocument/2006/relationships/slideMaster" Target="slideMasters/slideMaster7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9.xml"/><Relationship Id="rId20" Type="http://schemas.openxmlformats.org/officeDocument/2006/relationships/slide" Target="slides/slide13.xml"/><Relationship Id="rId29" Type="http://schemas.openxmlformats.org/officeDocument/2006/relationships/slide" Target="slides/slide22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32" Type="http://schemas.openxmlformats.org/officeDocument/2006/relationships/slide" Target="slides/slide25.xml"/><Relationship Id="rId37" Type="http://schemas.openxmlformats.org/officeDocument/2006/relationships/notesMaster" Target="notesMasters/notesMaster1.xml"/><Relationship Id="rId40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slide" Target="slides/slide21.xml"/><Relationship Id="rId36" Type="http://schemas.openxmlformats.org/officeDocument/2006/relationships/slide" Target="slides/slide29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31" Type="http://schemas.openxmlformats.org/officeDocument/2006/relationships/slide" Target="slides/slide24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slide" Target="slides/slide20.xml"/><Relationship Id="rId30" Type="http://schemas.openxmlformats.org/officeDocument/2006/relationships/slide" Target="slides/slide23.xml"/><Relationship Id="rId35" Type="http://schemas.openxmlformats.org/officeDocument/2006/relationships/slide" Target="slides/slide28.xml"/><Relationship Id="rId8" Type="http://schemas.openxmlformats.org/officeDocument/2006/relationships/slide" Target="slides/slide1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openxmlformats.org/officeDocument/2006/relationships/slide" Target="slides/slide26.xml"/><Relationship Id="rId38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E7E1242-1F12-4CCA-BC39-CBA8136DD9FB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en-US" sz="1400" b="0" i="0" u="none" strike="noStrike" kern="1200">
              <a:ln>
                <a:noFill/>
              </a:ln>
              <a:latin typeface="Liberation Serif" pitchFamily="18"/>
              <a:ea typeface="DejaVu Sans" pitchFamily="2"/>
              <a:cs typeface="DejaVu Sans" pitchFamily="2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52024D-62C0-4B21-9AC6-BA1DA8787E88}"/>
              </a:ext>
            </a:extLst>
          </p:cNvPr>
          <p:cNvSpPr txBox="1">
            <a:spLocks noGrp="1"/>
          </p:cNvSpPr>
          <p:nvPr>
            <p:ph type="dt" sz="quarter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noAutofit/>
          </a:bodyPr>
          <a:lstStyle/>
          <a:p>
            <a:pPr marL="0" marR="0" lvl="0" indent="0" algn="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en-US" sz="1400" b="0" i="0" u="none" strike="noStrike" kern="1200">
              <a:ln>
                <a:noFill/>
              </a:ln>
              <a:latin typeface="Liberation Serif" pitchFamily="18"/>
              <a:ea typeface="DejaVu Sans" pitchFamily="2"/>
              <a:cs typeface="DejaVu Sans" pitchFamily="2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7DC865-C623-479B-98F8-7A8D0E144B46}"/>
              </a:ext>
            </a:extLst>
          </p:cNvPr>
          <p:cNvSpPr txBox="1">
            <a:spLocks noGrp="1"/>
          </p:cNvSpPr>
          <p:nvPr>
            <p:ph type="ftr" sz="quarte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="b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en-US" sz="1400" b="0" i="0" u="none" strike="noStrike" kern="1200">
              <a:ln>
                <a:noFill/>
              </a:ln>
              <a:latin typeface="Liberation Serif" pitchFamily="18"/>
              <a:ea typeface="DejaVu Sans" pitchFamily="2"/>
              <a:cs typeface="DejaVu Sans" pitchFamily="2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A766DD-8518-45D9-829E-B84B441D38F4}"/>
              </a:ext>
            </a:extLst>
          </p:cNvPr>
          <p:cNvSpPr txBox="1">
            <a:spLocks noGrp="1"/>
          </p:cNvSpPr>
          <p:nvPr>
            <p:ph type="sldNum" sz="quarter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="b" anchorCtr="0" compatLnSpc="0">
            <a:noAutofit/>
          </a:bodyPr>
          <a:lstStyle/>
          <a:p>
            <a:pPr marL="0" marR="0" lvl="0" indent="0" algn="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fld id="{8C1CDA54-0A43-42C5-B2BC-90A390FA1C90}" type="slidenum">
              <a:t>‹#›</a:t>
            </a:fld>
            <a:endParaRPr lang="en-US" sz="1400" b="0" i="0" u="none" strike="noStrike" kern="1200">
              <a:ln>
                <a:noFill/>
              </a:ln>
              <a:latin typeface="Liberation Serif" pitchFamily="18"/>
              <a:ea typeface="DejaVu Sans" pitchFamily="2"/>
              <a:cs typeface="DejaVu Sans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4476926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A9DCA4-6925-4D8D-87BF-3A330BAFEE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07000" y="812520"/>
            <a:ext cx="5345280" cy="4008959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5A4CD9-00A0-4CE7-9E2A-05BECD1B485B}"/>
              </a:ext>
            </a:extLst>
          </p:cNvPr>
          <p:cNvSpPr txBox="1">
            <a:spLocks noGrp="1"/>
          </p:cNvSpPr>
          <p:nvPr>
            <p:ph type="body" sz="quarter" idx="3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6F1EE4F8-78B2-4557-85BB-92BB388E6A08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Ctr="0">
            <a:noAutofit/>
          </a:bodyPr>
          <a:lstStyle>
            <a:lvl1pPr lvl="0" rtl="0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B6CA3C-F47E-40AC-BD4E-7F0DF4F4A7E5}"/>
              </a:ext>
            </a:extLst>
          </p:cNvPr>
          <p:cNvSpPr txBox="1"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Ctr="0">
            <a:noAutofit/>
          </a:bodyPr>
          <a:lstStyle>
            <a:lvl1pPr lvl="0" algn="r" rtl="0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DBFB1D-A4D3-4997-86CB-37B830B00222}"/>
              </a:ext>
            </a:extLst>
          </p:cNvPr>
          <p:cNvSpPr txBox="1">
            <a:spLocks noGrp="1"/>
          </p:cNvSpPr>
          <p:nvPr>
            <p:ph type="ftr" sz="quarter" idx="4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b" anchorCtr="0">
            <a:noAutofit/>
          </a:bodyPr>
          <a:lstStyle>
            <a:lvl1pPr lvl="0" rtl="0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B7164B-CCE1-4B4C-8517-0A74BDB1D130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b" anchorCtr="0">
            <a:noAutofit/>
          </a:bodyPr>
          <a:lstStyle>
            <a:lvl1pPr lvl="0" algn="r" rtl="0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fld id="{C4CD6DFE-89AC-47D7-8A49-B1BA5911C366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82880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216000" marR="0" indent="0" rtl="0" hangingPunct="0">
      <a:tabLst/>
      <a:defRPr lang="en-US" sz="2000" b="0" i="0" u="none" strike="noStrike" kern="1200">
        <a:ln>
          <a:noFill/>
        </a:ln>
        <a:latin typeface="Liberation Serif" pitchFamily="18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E781F7-D475-4688-A9B0-1477391DA6AD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67DD89B1-317D-461A-9D2E-7E0173CBCF38}" type="slidenum">
              <a:t>3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29742C-7005-472F-B7A7-87DC43E434A9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588" y="0"/>
            <a:ext cx="0" cy="0"/>
          </a:xfrm>
          <a:solidFill>
            <a:srgbClr val="CFE7F5"/>
          </a:solidFill>
          <a:ln w="25400">
            <a:solidFill>
              <a:srgbClr val="808080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604BDF-48B2-4D91-A460-5056832235C6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819DA8-C9E2-4AF7-8790-3F5D0255DCAC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3831EC5B-141A-4CCB-B257-92F710DE2A60}" type="slidenum">
              <a:t>4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77798B-5C1D-4654-AEF6-93A6EFDDA217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588" y="0"/>
            <a:ext cx="0" cy="0"/>
          </a:xfrm>
          <a:solidFill>
            <a:srgbClr val="CFE7F5"/>
          </a:solidFill>
          <a:ln w="25400">
            <a:solidFill>
              <a:srgbClr val="808080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844864-94FA-40CC-8CA6-4C8374CB8B9E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010D51-2EF9-44CB-9E61-362520F9B388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540A6365-5FBE-45B1-A0C9-8A40061F0150}" type="slidenum">
              <a:t>5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1B4AFC-1D97-49D5-B0FB-90A32338D346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588" y="0"/>
            <a:ext cx="0" cy="0"/>
          </a:xfrm>
          <a:solidFill>
            <a:srgbClr val="CFE7F5"/>
          </a:solidFill>
          <a:ln w="25400">
            <a:solidFill>
              <a:srgbClr val="808080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840047-5D98-4D86-88B2-5EE09F653DB8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6F1A7E-B7B3-407F-8CC7-EA8409AEFEEE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E955D0D6-4678-4270-8BCD-297A6D799996}" type="slidenum">
              <a:t>6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8625FA-110B-4D9B-B508-7F4FABFA31E0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588" y="0"/>
            <a:ext cx="0" cy="0"/>
          </a:xfrm>
          <a:solidFill>
            <a:srgbClr val="CFE7F5"/>
          </a:solidFill>
          <a:ln w="25400">
            <a:solidFill>
              <a:srgbClr val="808080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171258-FAC7-4507-B1A0-ABBA953103CF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B520D1-3BDA-4F53-84F3-AF9C9AA18FC0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BA757227-E5E9-4C24-93BE-A8B419CEA797}" type="slidenum">
              <a:t>7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7B08B3-AF9B-48EA-ADA2-C375D5127969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0" y="812800"/>
            <a:ext cx="0" cy="0"/>
          </a:xfrm>
          <a:solidFill>
            <a:srgbClr val="CFE7F5"/>
          </a:solidFill>
          <a:ln w="25400">
            <a:solidFill>
              <a:srgbClr val="808080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0CC951-2B0B-4830-86FA-0D8A823F9DE7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47AF4D-08FB-40DE-828E-CFFD448E12B5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5593C2D7-F821-49C2-B4FB-EABFB38F906B}" type="slidenum">
              <a:t>8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235779-ABA3-41B8-AA34-6EC7818CFF54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0" y="812800"/>
            <a:ext cx="0" cy="0"/>
          </a:xfrm>
          <a:solidFill>
            <a:srgbClr val="CFE7F5"/>
          </a:solidFill>
          <a:ln w="25400">
            <a:solidFill>
              <a:srgbClr val="808080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E136C4-14D7-4E1E-A374-EAFBBE7A4DE8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AFA851-DEC4-4D2D-A93C-7BB073E2D5E3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E90EC976-E3B9-4A30-9D14-292CD609A1F6}" type="slidenum">
              <a:t>9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715357-729A-406D-9C5F-DADB1B2238B9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0" y="812800"/>
            <a:ext cx="0" cy="0"/>
          </a:xfrm>
          <a:solidFill>
            <a:srgbClr val="CFE7F5"/>
          </a:solidFill>
          <a:ln w="25400">
            <a:solidFill>
              <a:srgbClr val="808080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68A4B5-D5CC-47D5-836C-8AA84953F5D9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2A1381-FAAF-404E-9226-D4015B690288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49357D6C-4572-47EC-9016-B49ADD68B6A8}" type="slidenum">
              <a:t>10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7E016D-1D8D-44CD-A349-79CCD95FBF67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0" y="812800"/>
            <a:ext cx="0" cy="0"/>
          </a:xfrm>
          <a:solidFill>
            <a:srgbClr val="CFE7F5"/>
          </a:solidFill>
          <a:ln w="25400">
            <a:solidFill>
              <a:srgbClr val="808080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1AB78E-F69C-4C85-B34E-642383200C4E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667B44-FFE8-4CFF-98BE-3C8DAC85E9DB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54B47181-D6DB-4E7E-821E-E95F4B318DDC}" type="slidenum">
              <a:t>11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9445B3-B1AB-43AB-ABA9-C3A27B595C9E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0" y="812800"/>
            <a:ext cx="0" cy="0"/>
          </a:xfrm>
          <a:solidFill>
            <a:srgbClr val="CFE7F5"/>
          </a:solidFill>
          <a:ln w="25400">
            <a:solidFill>
              <a:srgbClr val="808080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850525-E3FC-4D7A-8AC0-4735B1E67832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405A95-4530-46E6-80C1-7BAC058CDD32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05201062-5AE0-4241-A90E-8EF50E955E8C}" type="slidenum">
              <a:t>12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628E2F-B1C2-4713-87EA-EA54FD3378C6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0" y="812800"/>
            <a:ext cx="0" cy="0"/>
          </a:xfrm>
          <a:solidFill>
            <a:srgbClr val="CFE7F5"/>
          </a:solidFill>
          <a:ln w="25400">
            <a:solidFill>
              <a:srgbClr val="808080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5ACE41-2679-4CF4-88A6-BB7ACB95312A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AA8311-47EE-43D3-9CF6-8A7EB5DE7D75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C3D9C52B-A106-47FD-963D-B2AA9DB2B9A4}" type="slidenum">
              <a:t>13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FD51D1-142C-468F-A1FE-FED38B92C25F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0" y="812800"/>
            <a:ext cx="0" cy="0"/>
          </a:xfrm>
          <a:solidFill>
            <a:srgbClr val="CFE7F5"/>
          </a:solidFill>
          <a:ln w="25400">
            <a:solidFill>
              <a:srgbClr val="808080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7B865F-E5F0-4182-A820-D741153A827F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64114B-55D1-4DB0-9EA0-3303F3E0DA1E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55A8C7A7-5607-4511-8F63-F104FF352FA1}" type="slidenum">
              <a:t>14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456854-3E3A-42BF-9D26-D9BBE373DDBC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0" y="812800"/>
            <a:ext cx="0" cy="0"/>
          </a:xfrm>
          <a:solidFill>
            <a:srgbClr val="CFE7F5"/>
          </a:solidFill>
          <a:ln w="25400">
            <a:solidFill>
              <a:srgbClr val="808080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4F869B-0D8A-43E0-9C3A-7367F58FA7E7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D6C7C4-5FD0-45AB-9E09-775A70806959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740A7E3C-2D17-44CF-BB2C-FBB530EF977E}" type="slidenum">
              <a:t>15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E3851C-A4E3-4D16-B1D4-4C0B5A408600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0" y="812800"/>
            <a:ext cx="0" cy="0"/>
          </a:xfrm>
          <a:solidFill>
            <a:srgbClr val="CFE7F5"/>
          </a:solidFill>
          <a:ln w="25400">
            <a:solidFill>
              <a:srgbClr val="808080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73FA95-C6C1-46B0-988F-0A78E9AC90DD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618BF6-6025-4BEC-8867-86AB8684E1EC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212E3257-F17E-429D-B317-EC6EB67D8448}" type="slidenum">
              <a:t>16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3F270A-0D64-46A8-9CDB-D232A728CE40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0" y="812800"/>
            <a:ext cx="0" cy="0"/>
          </a:xfrm>
          <a:solidFill>
            <a:srgbClr val="CFE7F5"/>
          </a:solidFill>
          <a:ln w="25400">
            <a:solidFill>
              <a:srgbClr val="808080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152AC5-E127-4637-A908-98D56D8B5BD9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148DB6-E62A-40FA-B84C-BAD6FDDF6AE0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35FCFD66-4CA5-4A9B-B718-A431F63527B1}" type="slidenum">
              <a:t>17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4CAFD7-4E86-49AA-AF53-4B2EB03423CD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0" y="812800"/>
            <a:ext cx="0" cy="0"/>
          </a:xfrm>
          <a:solidFill>
            <a:srgbClr val="CFE7F5"/>
          </a:solidFill>
          <a:ln w="25400">
            <a:solidFill>
              <a:srgbClr val="808080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AEBC99-5078-446D-AA92-84152252420B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F9C07F-CB1C-4BFC-877E-F086B1E9A991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7BAD0163-98A2-4E85-86DF-D0DBCA7B962F}" type="slidenum">
              <a:t>18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E2417D-A463-4E20-A9EC-D66CE283DC12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0" y="812800"/>
            <a:ext cx="0" cy="0"/>
          </a:xfrm>
          <a:solidFill>
            <a:srgbClr val="CFE7F5"/>
          </a:solidFill>
          <a:ln w="25400">
            <a:solidFill>
              <a:srgbClr val="808080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2FA620-AB32-40E8-B478-373B803D8192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52DEEE-AD06-4903-ABA0-C69155663686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AC95BC6D-ED51-4154-BC0E-DB01DC43F6B8}" type="slidenum">
              <a:t>19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8577A8-E71D-472F-B440-534C5A272DFF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0" y="812800"/>
            <a:ext cx="0" cy="0"/>
          </a:xfrm>
          <a:solidFill>
            <a:srgbClr val="CFE7F5"/>
          </a:solidFill>
          <a:ln w="25400">
            <a:solidFill>
              <a:srgbClr val="808080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18E073-B098-419D-BDF9-304B675F5F3C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2C5A06-3C72-4E04-81F0-31111359D321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43BD016E-E75D-42E7-861B-A34ED27985F4}" type="slidenum">
              <a:t>20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9C722B-7E72-4C70-8756-28B5E7FB2AD4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0" y="812800"/>
            <a:ext cx="0" cy="0"/>
          </a:xfrm>
          <a:solidFill>
            <a:srgbClr val="CFE7F5"/>
          </a:solidFill>
          <a:ln w="25400">
            <a:solidFill>
              <a:srgbClr val="808080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35B159-89B8-431B-9671-5FBF3672F121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5D131A-75F1-4B32-A2BA-951811888963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A5EDFCF4-7685-4CB2-A97C-7E138206DC85}" type="slidenum">
              <a:t>21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5BB5E0-B212-4BB5-A354-ACA7DAE1E40C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0" y="812800"/>
            <a:ext cx="0" cy="0"/>
          </a:xfrm>
          <a:solidFill>
            <a:srgbClr val="CFE7F5"/>
          </a:solidFill>
          <a:ln w="25400">
            <a:solidFill>
              <a:srgbClr val="808080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472363-42CF-43ED-9B5D-4E568010B082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376B38-CF49-485A-B416-22C4A5ABE787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52CD62BC-D0C3-41B6-9CC7-1A3FE087B854}" type="slidenum">
              <a:t>22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AAE3E5-9B85-4989-941A-FDAC8FD066CF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0" y="812800"/>
            <a:ext cx="0" cy="0"/>
          </a:xfrm>
          <a:solidFill>
            <a:srgbClr val="CFE7F5"/>
          </a:solidFill>
          <a:ln w="25400">
            <a:solidFill>
              <a:srgbClr val="808080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B020C5-051D-4711-86F3-0AE721742ACB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13CCB6-F4C4-4029-9FA1-A2959EDF65E0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8B169652-45D1-4704-871D-487EDD41DEBC}" type="slidenum">
              <a:t>23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619E16-5F2C-4DE3-9C7A-15F64CBD10B5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0" y="812800"/>
            <a:ext cx="0" cy="0"/>
          </a:xfrm>
          <a:solidFill>
            <a:srgbClr val="CFE7F5"/>
          </a:solidFill>
          <a:ln w="25400">
            <a:solidFill>
              <a:srgbClr val="808080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A406F3-4A99-4662-88A6-FD79B208517D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1182E0-071C-4C6D-AD0F-DD7E1FD5980E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066B197C-3477-462C-9D0A-8B01667A805E}" type="slidenum">
              <a:t>24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7006A5-A0B4-4A65-BCC6-DC4C70A12ED3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0" y="812800"/>
            <a:ext cx="0" cy="0"/>
          </a:xfrm>
          <a:solidFill>
            <a:srgbClr val="CFE7F5"/>
          </a:solidFill>
          <a:ln w="25400">
            <a:solidFill>
              <a:srgbClr val="808080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420FED-62CD-4BB7-86FE-F51A1FDBA024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388CE7-8574-4C56-B2A6-6356DF15C15C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68CC7231-D78E-4D08-9359-5C22744879C1}" type="slidenum">
              <a:t>25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9A1308-847C-484E-AF68-498DD4CFF4D1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0" y="812800"/>
            <a:ext cx="0" cy="0"/>
          </a:xfrm>
          <a:solidFill>
            <a:srgbClr val="CFE7F5"/>
          </a:solidFill>
          <a:ln w="25400">
            <a:solidFill>
              <a:srgbClr val="808080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2E54C4-76DD-4ED7-8617-1AC5B2CC114E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9592F1-D421-4400-B69C-E5785206EB94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692B3ED0-C931-46AD-8B88-A745298172CF}" type="slidenum">
              <a:t>26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C21FBA-FEC7-45F3-A310-A8721DC8C481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0" y="812800"/>
            <a:ext cx="0" cy="0"/>
          </a:xfrm>
          <a:solidFill>
            <a:srgbClr val="CFE7F5"/>
          </a:solidFill>
          <a:ln w="25400">
            <a:solidFill>
              <a:srgbClr val="808080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14FF22-D7BF-4706-8DA0-8B12BFD44113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F21D66-200A-42F8-A5FE-46B6BB8774DD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4B8B208D-E8DB-41EC-82E4-66118E95E9A4}" type="slidenum">
              <a:t>27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802F3F-C7FA-42EC-B6C0-D2948ECB5E5A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0" y="812800"/>
            <a:ext cx="0" cy="0"/>
          </a:xfrm>
          <a:solidFill>
            <a:srgbClr val="CFE7F5"/>
          </a:solidFill>
          <a:ln w="25400">
            <a:solidFill>
              <a:srgbClr val="808080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C85EC3-9E89-4EEE-B422-7E149EC6D348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933871-4353-4636-8852-A110EED08A4C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5AF664FF-1980-4FFC-8A6A-E8235A1347AE}" type="slidenum">
              <a:t>28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236ADB-3C4A-4E0D-A740-D1575EA337F1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0" y="812800"/>
            <a:ext cx="0" cy="0"/>
          </a:xfrm>
          <a:solidFill>
            <a:srgbClr val="CFE7F5"/>
          </a:solidFill>
          <a:ln w="25400">
            <a:solidFill>
              <a:srgbClr val="808080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EA083F-F68D-4211-A0EE-647CBA814323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BF0F46-2077-458D-A8A8-95ED31B42CC6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2848CB68-0310-48BF-A639-0D80A2FBAC0D}" type="slidenum">
              <a:t>29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15DC01-379F-4987-A699-20089CB28D7B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0" y="812800"/>
            <a:ext cx="0" cy="0"/>
          </a:xfrm>
          <a:solidFill>
            <a:srgbClr val="CFE7F5"/>
          </a:solidFill>
          <a:ln w="25400">
            <a:solidFill>
              <a:srgbClr val="808080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DFA585-F79F-4CB4-9740-2B2034074774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C1E2C9-FE17-4AE1-9E42-61F655BC75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1CCF49-DF48-4669-BD80-AE1AF00D84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6FF49A-2E8A-4F23-A21F-420B8E37E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F64BD8AD-4CB3-40E7-B782-EE11F6A3608B}" type="datetime1">
              <a:rPr lang="en-US" smtClean="0"/>
              <a:pPr lvl="0"/>
              <a:t>9/4/2019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335B18-445C-423E-86AB-A76A612193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AFC94E-694B-431E-BAEC-06E589E8C8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8DE18F3E-2A5A-4C37-A4C6-8A08E1614B6D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5807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82090-03CD-4783-9F43-0C9EA2501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FAA10C-AB84-42CC-A7F9-D70983890F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61BED6-EBB4-492C-A5FD-036BE054B8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F64BD8AD-4CB3-40E7-B782-EE11F6A3608B}" type="datetime1">
              <a:rPr lang="en-US" smtClean="0"/>
              <a:pPr lvl="0"/>
              <a:t>9/4/2019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BFBB69-5019-4460-BB4F-1686F019F6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D10FDF-863A-4FE1-B44E-B5F6D99A7D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1B08006F-4910-446D-88D9-DF56954B7B4F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688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8C29E6-2E04-4DFF-8D6A-462037B5CB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ABB5AD-4B00-4929-9296-80E9BCFDEF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0FC7F0-1460-40B4-AE91-153F3E10A4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F64BD8AD-4CB3-40E7-B782-EE11F6A3608B}" type="datetime1">
              <a:rPr lang="en-US" smtClean="0"/>
              <a:pPr lvl="0"/>
              <a:t>9/4/2019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C7E5B2-849D-4733-A796-06B132B70E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AAE480-5AAF-46FD-98BF-0DD7AE481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68B75808-886F-4F49-A31A-7FB8AC34A2F6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47758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2B9D8B-99AA-4DEC-9A83-05C223795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C5DF60-1161-470C-A67A-4934B31A5C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4963"/>
            <a:ext cx="3946525" cy="39766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650717-91BB-47D3-A894-0FA1729493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56125" y="1604963"/>
            <a:ext cx="3948113" cy="39766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CDA1BE-A15D-4703-89E5-25AB880C94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F64BD8AD-4CB3-40E7-B782-EE11F6A3608B}" type="datetime1">
              <a:rPr lang="en-US" smtClean="0"/>
              <a:pPr lvl="0"/>
              <a:t>9/4/2019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4E470-52FD-4B1B-94C6-818B4064B5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52BB03-461C-4CF9-A23C-117E75A28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E0723BB5-DD6F-472A-962D-554390E0CE8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8313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E81431-EB38-4F90-ADAD-ED8508ABA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635635-7059-471A-8572-2D51AD53F6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AD00FE-1870-4F45-BE08-78BCDA2A88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67A9DDC-BF21-4857-B5DE-BD43E764F0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53872D6-D397-43FD-8D06-0DC780A0E54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F7E187C-F0D7-4774-BDFD-5118C0EC7E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F64BD8AD-4CB3-40E7-B782-EE11F6A3608B}" type="datetime1">
              <a:rPr lang="en-US" smtClean="0"/>
              <a:pPr lvl="0"/>
              <a:t>9/4/2019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35B6990-ECDF-4E2F-99DF-B89D757F1A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101EA5-61F2-47ED-B0FD-29226214C4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419849B9-2F73-4FB9-8D70-21EE83B554E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0273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5E12C3-3B2B-4A51-9963-D28F67306E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7DE27E-250C-4E13-9BA9-85195CC2CA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F64BD8AD-4CB3-40E7-B782-EE11F6A3608B}" type="datetime1">
              <a:rPr lang="en-US" smtClean="0"/>
              <a:pPr lvl="0"/>
              <a:t>9/4/2019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A67141-5B42-41D5-88D1-4D827C6DC5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603174-F3EE-4A0A-86B9-CFFC9D9560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CD9314E-5599-4A76-8FAC-F22C7874BA7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63764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71910A1-AD6E-4229-AB08-3EE24EF500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F64BD8AD-4CB3-40E7-B782-EE11F6A3608B}" type="datetime1">
              <a:rPr lang="en-US" smtClean="0"/>
              <a:pPr lvl="0"/>
              <a:t>9/4/2019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0C604A-69A7-41FC-9584-3F356908A6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C0FE88-795E-4D51-B6EF-8E8F6B14F8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0B3D8EDE-8F9F-42FA-B29D-D37728EFA0FF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3347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1ADA0B-D938-4CE3-B4A7-B24F0429B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1043CD-364B-4C40-A1A9-370E05D393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01A890-2335-4417-A315-7B64B3A2E4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2CAB89-AFF2-4BE4-8C08-21F644F091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F64BD8AD-4CB3-40E7-B782-EE11F6A3608B}" type="datetime1">
              <a:rPr lang="en-US" smtClean="0"/>
              <a:pPr lvl="0"/>
              <a:t>9/4/2019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F37C7D-ECEC-441D-BE61-EEFC829DC2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4E1CA3-24AD-44F3-85B1-FE772DDB9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E6862075-F578-43B3-A952-E7B20A3F7C2D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40415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9D7602-8683-4BAF-AE7E-D7F1DCF34B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6E19E7C-1C4E-4638-BA94-30915B1990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88B022-D0A1-4E33-A245-91BBA19B8B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F31026-21C9-4126-8F10-8BFF58478B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F64BD8AD-4CB3-40E7-B782-EE11F6A3608B}" type="datetime1">
              <a:rPr lang="en-US" smtClean="0"/>
              <a:pPr lvl="0"/>
              <a:t>9/4/2019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3396AF-3FB6-45F3-AB7E-84AA25CA6E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C9CAD1-700A-40A9-8D1A-16D0F3E46A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8DD4ADC2-C1F3-4FC2-9159-78B573E868D6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37640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28A014-C645-4AA0-9F96-6B16A3CDB4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8E18A5-72B6-4428-84D5-31630B75C5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D93145-D7A7-4883-A9C5-2FF3662791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F64BD8AD-4CB3-40E7-B782-EE11F6A3608B}" type="datetime1">
              <a:rPr lang="en-US" smtClean="0"/>
              <a:pPr lvl="0"/>
              <a:t>9/4/2019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E6BBE7-5686-4D13-92A3-287610B3C9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3B5F6C-8B2E-4259-B1C1-CA5E604FF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2D2DA7E2-7265-4F65-B610-8FDD5A7B2B7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6392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9863BC6-CAB7-4ADD-BBB6-24A43D6B4D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492875" y="1604963"/>
            <a:ext cx="2011363" cy="39766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05E70E-BBD0-4E15-9AC1-C7E2C679A0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1604963"/>
            <a:ext cx="5883275" cy="397668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43CAD2-4F3E-41DE-BC89-EB086EE33C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F64BD8AD-4CB3-40E7-B782-EE11F6A3608B}" type="datetime1">
              <a:rPr lang="en-US" smtClean="0"/>
              <a:pPr lvl="0"/>
              <a:t>9/4/2019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787533-5CC7-45AC-B009-8D97BB0397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A19B03-57D5-4A2E-A972-C7A70A711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1FC4FA19-D40B-406E-9545-7EED75CA46C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58456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886D8-07B3-4BD0-B7C6-7252C4E909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F95055-40BC-4470-B558-97DFC7F0B5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D07F99-6797-4FFD-908A-C9628A0CDC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8FA44373-4052-4B86-9C6C-CB884A5ECDE2}" type="datetime1">
              <a:rPr lang="en-US" smtClean="0"/>
              <a:pPr lvl="0"/>
              <a:t>9/4/2019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67AD03-1D5A-4E5F-83E2-351F5B6F2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5055B4-5740-40B4-B173-4BC780678E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36C5D8CB-1D97-4960-8C6A-489F556E46A9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621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645F0F-6CE8-4296-8174-39A49F5EEA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783CFA-14CB-466D-B83B-38C6E1CD2D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BCEF2B-5720-40A9-92A0-EFC3E784F4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8FA44373-4052-4B86-9C6C-CB884A5ECDE2}" type="datetime1">
              <a:rPr lang="en-US" smtClean="0"/>
              <a:pPr lvl="0"/>
              <a:t>9/4/2019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A4FBAF-548E-4BBB-8A46-C60A98E47A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43F4E2-CAD3-49D0-A811-29923148D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092A4F9-38E6-49A4-B6A9-FC2755F49F2F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641416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9DD66-0312-428C-84E4-6B8BEACCA3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59FDB2-309F-4CDB-B94F-C7F4B0B245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B5F52F-E91D-452C-AD43-6BF8D17155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8FA44373-4052-4B86-9C6C-CB884A5ECDE2}" type="datetime1">
              <a:rPr lang="en-US" smtClean="0"/>
              <a:pPr lvl="0"/>
              <a:t>9/4/2019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E9502A-FC0D-427A-8553-5BFB86F26D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8907FB-C223-4B6F-BFB6-001E26478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B6E4AEE9-8159-4BE6-BB13-BA58C019FD0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39045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408896-A662-44DC-9544-8A8CAA8B2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53D5DE-5051-4BC2-BD51-F42CCB3057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38862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68F2D6-E3A4-44D8-8F63-F477FBF643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38862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F8D6FC-DE3E-461C-B67C-D42EB817F9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8FA44373-4052-4B86-9C6C-CB884A5ECDE2}" type="datetime1">
              <a:rPr lang="en-US" smtClean="0"/>
              <a:pPr lvl="0"/>
              <a:t>9/4/2019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429D97-812F-4C7B-9E4A-684E7F1D7F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09C433-C04F-4C23-946E-D11999617A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BD20D35D-BFAB-485B-9E68-817D2CFEB027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38833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B65EF1-4160-4B7A-9A5B-99E2227C99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F066B8-01ED-4853-B3D9-EB89436BFA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046BFD-4C4E-41B6-8FC0-A594819B88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57B2BE9-7368-45AE-BEA3-8182901124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446570C-1C45-4245-88E7-6C7B8F75DE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B2A70D-2736-4EF0-8E34-29D14988B3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8FA44373-4052-4B86-9C6C-CB884A5ECDE2}" type="datetime1">
              <a:rPr lang="en-US" smtClean="0"/>
              <a:pPr lvl="0"/>
              <a:t>9/4/2019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9B3EF29-99F3-4D39-931B-3E532BF974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21D6FE5-AD8A-4FB7-9B7C-5A88BC41E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FE080851-2E4E-40C0-A435-6B46B1180C00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35091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40C39-16BB-457E-9740-393CC2F100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9EE690C-991C-466C-A263-8475E1A760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8FA44373-4052-4B86-9C6C-CB884A5ECDE2}" type="datetime1">
              <a:rPr lang="en-US" smtClean="0"/>
              <a:pPr lvl="0"/>
              <a:t>9/4/2019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00411D-12A0-4094-AB4D-116A511B93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E2960F-97B4-473F-94CE-DB26746AC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5279B255-DFB9-427A-8AD0-DB63616AED2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66671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67DB8EC-901E-4E38-AF6D-18DF7FDA8D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8FA44373-4052-4B86-9C6C-CB884A5ECDE2}" type="datetime1">
              <a:rPr lang="en-US" smtClean="0"/>
              <a:pPr lvl="0"/>
              <a:t>9/4/2019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83AF14-72DB-4B03-8967-8E55CA3CB1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E2FC94-244F-4B02-B405-C8ABED761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17831CE-009D-4366-95EA-48878FA5BF99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840820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5FD4F-89AE-4335-89E2-7FCA4EC7A9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904337-F3B1-4C57-B7CD-B5AA8ED269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81D0F3-E1B1-49B8-8587-17E37D8F4F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DDCF84-A5CD-4A9A-AD48-EE64A9EC9D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8FA44373-4052-4B86-9C6C-CB884A5ECDE2}" type="datetime1">
              <a:rPr lang="en-US" smtClean="0"/>
              <a:pPr lvl="0"/>
              <a:t>9/4/2019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094250-F858-47D9-AAD5-5B7FC8F04F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A4997E-8E75-4085-8A52-8171CCD75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8C534EC5-6E07-47A3-8E5A-A4FD15489FC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741828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C02E00-0A29-485C-B1F8-2B757308F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55DBD48-87D1-4F7D-8409-84A08CE9D9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C4E634-A616-4A28-A684-2B071EE126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ACFD16-212E-43DD-AFCE-90A5C0A7C2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8FA44373-4052-4B86-9C6C-CB884A5ECDE2}" type="datetime1">
              <a:rPr lang="en-US" smtClean="0"/>
              <a:pPr lvl="0"/>
              <a:t>9/4/2019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7611A1-AA4B-4A94-94E5-CBFCBD6E6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33D75C-59DB-46C4-BD70-2B08F7B490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1DE831D-ED50-4B23-994B-889328851B7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746405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BE1A30-72CC-4196-8EB7-D80846C7AB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473BEB-663E-4A3B-AE6F-384FD0EE63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1853D7-4C86-4C07-9371-F034B629CD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8FA44373-4052-4B86-9C6C-CB884A5ECDE2}" type="datetime1">
              <a:rPr lang="en-US" smtClean="0"/>
              <a:pPr lvl="0"/>
              <a:t>9/4/2019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791F1E-99E8-4E3C-A902-18C555B81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559099-FAE2-41B6-A323-A6799004F0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075A0F6A-523E-41C8-83E5-628A5C80A08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96386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C2BA5F4-9B67-4CA5-85C0-BADD3EBE062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53200" y="274638"/>
            <a:ext cx="1981200" cy="54403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ACDFB6-6775-4570-903C-4292183946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5791200" cy="54403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D1AD61-7B86-4C79-845C-5935706304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8FA44373-4052-4B86-9C6C-CB884A5ECDE2}" type="datetime1">
              <a:rPr lang="en-US" smtClean="0"/>
              <a:pPr lvl="0"/>
              <a:t>9/4/2019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48DE57-9D54-42DA-A73B-B748DA8BC9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A8A9FB-6BD6-4CB2-B246-D987E0E3A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1A99734F-C895-4CAE-B4DC-554B3FD8C6EA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057734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E3D6AB-3AFC-46FF-9500-8C81DEB03D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7AD280-B129-47A0-9A20-38897DEF50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B72AA4-849F-4F33-81DC-6841288E69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510659-84B1-46C3-BEFA-2BE0654619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1717B8-9488-43F3-B71A-92530B0A2E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FBBBE0DE-4F07-48F2-8B0D-5D4E3EA58792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235152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6968D8-5FCA-4B1B-8CF9-8FD05D73EB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32EF0B-28A5-48A5-A738-6B0A4822E5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2262FC-D395-4334-A99C-5051807CD8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B72F15-4695-450E-B3AC-E3942B62BF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3A6F38-0A64-4C43-A56B-0A8559A0A6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FD81646A-B8E9-45F8-BF55-A859E0AE3FB2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915612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AC7C2-8BA1-43DA-A3CD-D0F68AFBED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A9B127-4038-419A-B63D-8A1F36CADB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FF1CEA-6CA2-4C5E-B6B2-C914A28EB5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86BB53-D2B5-4EE3-94A2-1067AF3E96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B0DEDB-BCE2-48A6-B89D-B01E3C61B7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586DCED9-B4E5-4B17-A134-08F1F30DF7A6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078401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D4343-B357-451C-A5BA-40BBC4FFFE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431B5C-A93C-4635-BB73-53F678F12F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4963"/>
            <a:ext cx="4038600" cy="39766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735D8C-05A4-4925-9EFE-5AFE1A99CB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4963"/>
            <a:ext cx="4038600" cy="39766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31F831-AC9D-4A57-AAE1-D69AC74327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5677C5-FB60-4EDA-B725-C1448B4E6E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F2BF49-D576-4B5B-84FB-E289478CBD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BBCE2C9A-CCA1-40B3-8772-D30FFB05E49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104767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7A024A-5D5F-4314-98DA-E05DD12B21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E31C3F-288D-4CCC-8689-1287092892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0295EB-BC2C-4316-9445-E9A56A05DC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8C1BBA4-7D64-47C8-88C5-3316D11838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7622EC8-1BE5-4FE1-9A4D-0E05970B20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6E3AEB9-FAAA-4FFA-842C-FEC664E9F0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0DCF36-44AB-4759-8EC9-83390742C8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19587E4-10BE-41D9-8D73-77E29BC21C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FC4BCAB2-ABD9-425C-BD79-9E0B8DF67BA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92386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65562D-1C60-4189-BB23-87E8A679DB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5F78259-A08F-4DE1-A1D8-B9CE7A84F8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4627C28-133A-473F-B654-AAB2E8A265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7AD731-F9D0-414B-BCC9-29D9AE7065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E38D4692-6C40-45C1-B19E-7CB2F7FDC2DD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35334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1B96888-72DD-4899-BEF8-3359B6EF5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83D7F57-0BDC-44CA-AD5A-2B3192C474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6B5584-61A4-4F0D-8C7C-AB97D05051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1B80FE66-6F68-4DBD-9DD6-4D8460A761C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57476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AAFA05-A057-494F-8DFC-1670373A4A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03FD15-7CE8-4D14-9291-7B95BDC86C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34EBEC-A7D6-4D5B-8EAE-BCACDCBEFD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80C20E-FBA7-4508-85C9-8E53C90A45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67F09F-7BBF-4BF9-AC53-B290146E54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93A0C5-E64A-4C08-B2B3-92291756C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6EABD6DD-29A3-4676-A814-70852BF2887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67797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CD958-5BD5-472C-A964-81CB72760B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49BCBC-E96A-4669-BF1C-959B80682BD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28245D-2B7D-43AC-94C3-2DCFDC5115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D1174C-002F-4B8A-9D87-97FC080C80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EF6993-CF37-4F6B-B153-CEF1A8C615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02B727-1091-46A6-A62E-01DAB52648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FAEE09A0-28C8-43B0-91A9-CD3146D42EB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217609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2A257A-0E4E-44A3-BFF6-2F450201C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B5089C-F1E0-44A6-9939-DD3BA535D6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5B2467-3A3A-4603-9661-7B15EDFC0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C441FB-A3A7-4A98-9481-A12106D24F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A8AC3A-1010-4BDF-A410-6DED26E51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35B36268-B962-40DD-B0E1-145D8B85413E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18845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46FE370-84EA-413B-8279-91DD851080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3050"/>
            <a:ext cx="2057400" cy="5308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FD278A-D5CA-4921-886F-16A6ADB256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3050"/>
            <a:ext cx="6019800" cy="53086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7A3A80-1FE9-44EF-9BBF-45B9677CB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8D3C0B-B748-4210-984E-0AB5681C99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193044-F6FA-4656-806D-00BCDD7DC1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43F0AC49-90F8-4C8E-9F9F-4B46EA0BB470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96105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116E5-6A4B-4E2B-B23B-40450D30F6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1A63D8-1CD4-4B69-8592-5292359354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109E74-8738-40A5-898B-F2F7418993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086FC5-3C42-41B4-84EF-1CB83AE1BF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EE9185-8042-4F6C-B530-0D248D87E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5234599-33ED-46D6-87F1-7D2BAF873D36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488981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852C18-BA8C-4E59-9708-E907D01BED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320D99-702E-4B28-BDFD-3CC8CB6108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B2EC10-80CB-4A2D-90A4-B1814214A9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7E8E04-DE77-46CC-B494-54457F5C06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7EE7F6-23DE-486B-B526-4431AA5680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162BB141-02E4-44BB-BDEE-61061557AFD7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564221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E5208B-1C1F-4BFD-A5BD-241B82469A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75001B-DA17-4641-B0F4-F496158809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807267-2929-4DFE-87B1-B76E1B1036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4B79C5-1FFD-4B0A-9172-85377842BC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3812E1-BECD-4C87-A8E1-D5AF8380C3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BD11A4D5-166D-4BDE-829E-F821A50B6CD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512035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4D5B9A-64A0-48F0-A3D0-21C910958A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B03ADC-9AD1-42C7-BAB6-D9631C18C0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4963"/>
            <a:ext cx="4038600" cy="39766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9DB748-A013-46CF-BAE7-F05BE9BC90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4963"/>
            <a:ext cx="4038600" cy="39766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6D63EB-3B73-490D-AC8A-0424BEA062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42C538-7E18-4443-90BE-E6A26D29F6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8324F0-4AF1-4F69-86A6-9BD5DD4348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809C64A9-BDF4-4B15-822A-760447BDC31B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682236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15F2FD-AEA1-4957-8D17-23803D3B9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1B9141-41D3-43D3-8AA4-6E22B49E5B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63024C-39DB-41A2-AB61-1F9B1015A1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21BB5A-AFA7-4131-983F-BF3A7BE786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40FC2F4-1100-4A0A-9109-1CC8527073F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ADC14F8-F4DD-4E12-8410-5075F26D29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D1A75D7-7C10-4102-907E-2D26F55C6B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348C35-9D95-410E-9493-823F2C9610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DF09F286-1716-40A5-B75E-05F08553D37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817972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FEAA12-E6F0-4A32-B35F-B0F31D39A5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2F4487-F140-4349-9872-2F2291C54A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4458FF-0F47-4978-941C-CA52E12D50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A48DB9-A24F-492E-833F-7816290AD3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C5DFC9DD-A2DF-48C3-B25C-2A83EE76865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594395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159700D-3E63-487F-BC60-C6A0DD8262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1DEE9C9-B45F-4223-B16F-72EF8581FF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37E888-8223-4364-ADBD-AFB446B4B0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B6380823-E8F8-4FCF-A7EA-E9F4CF00A9DE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23593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92EE1D-0308-4EA2-B261-C2B9625DD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F4439E-E11E-4D2A-91DE-FC09DAFBF7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7E0F48-C756-4438-9B38-C845CB0BB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EEEF73-6049-4A7F-9ABC-23825D4E3B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68387D-EC84-4608-AA6D-8949C0DD35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047F13-3B98-4B80-BC2D-4565F8863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EF0DE313-26C7-4E1C-8FBF-D9146A58522D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73468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CC46D9-8535-4EDD-BAB4-EF139F8658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BF2D05F-1B82-4BD4-9B3E-6EA5BD9DEA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B2DC83-92D7-402D-80B1-345AB4D9C3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B1B393-EC87-4C20-B2F6-46F3C2D0E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2CC91E-B9ED-4B86-8C71-A166763343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3AEBF6-D8F4-4A31-8AD7-B19BD0A745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4D07EBCF-332D-4694-BD5C-510367BC894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767196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955462-4277-44A9-BAAE-B0B3941A5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653505-92D9-4766-B887-9D5DC00C9E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DB3A76-294E-4972-923F-13C4FF6C05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10A5F8-E387-42D7-B385-9A8F5ABB70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B074DC-E338-4757-9D73-172096501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6FA57DE8-E57B-4676-A4EA-59E46386B7AA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194583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E11BB3F-4C51-4F42-866B-3318812BEBE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3050"/>
            <a:ext cx="2057400" cy="5308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7A6B9F-78FA-499D-A65B-0960AB516B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3050"/>
            <a:ext cx="6019800" cy="53086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1BAA11-2356-4FA2-9BC8-532F8E5497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9794B5-30DB-4862-9A46-38C5903A71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59FC10-81B1-4080-8267-8E0EC14B86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C5FE8A8F-2387-4102-AD8A-9233584133D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4784051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25CB2C-19AB-4D61-ACCC-F5F2BCEE3A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D671B4-1DA9-40ED-865A-8D8B271261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DE7C42-F2AB-45EA-BF19-02C4081D8A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6AED319F-C571-4A00-94A1-601B38245670}" type="datetime1">
              <a:rPr lang="en-US" smtClean="0"/>
              <a:pPr lvl="0"/>
              <a:t>9/4/2019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61376B-724C-4EB4-A427-D9A1495F7D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002C5D-1A4D-4A2F-902E-C13D4E0F5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4CA9B9A5-715C-495B-863D-BAFB0D0F5596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0033260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E3917B-0DA8-40B7-9862-6D8AC3241F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AA274A-828C-4712-A271-F9A7E1C472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1F30C0-7AA7-495B-9415-690F3AF48B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6AED319F-C571-4A00-94A1-601B38245670}" type="datetime1">
              <a:rPr lang="en-US" smtClean="0"/>
              <a:pPr lvl="0"/>
              <a:t>9/4/2019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16AD3D-7F63-46EB-AADD-6208A17D5A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F6AC91-0017-44C8-860D-945786994D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B828EB9C-AF12-440D-8CBA-C308C46D5A76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42972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E24CBA-726E-441F-896D-A5A7D5495A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4B074F-9952-407A-B1A2-168A788FDA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5BA9C8-62FF-4DD4-9BF9-338E9958B9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6AED319F-C571-4A00-94A1-601B38245670}" type="datetime1">
              <a:rPr lang="en-US" smtClean="0"/>
              <a:pPr lvl="0"/>
              <a:t>9/4/2019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CC930E-8743-4EC9-8093-89AD4F63C7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CE0C39-5765-4642-B54D-ECF451C18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E3C6C20-0811-43EC-9FB4-0A1BD6D2DB3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6621034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BCF926-49D1-498B-B303-84B97D831C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EC5BC2-8D23-4C2F-8243-CDC263B705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800600" y="2209800"/>
            <a:ext cx="1790700" cy="3505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9935E2-2487-413C-9C19-3D71BAA79A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743700" y="2209800"/>
            <a:ext cx="1790700" cy="3505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B57CA6-970F-4A45-8AE8-FEB2DC54FB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6AED319F-C571-4A00-94A1-601B38245670}" type="datetime1">
              <a:rPr lang="en-US" smtClean="0"/>
              <a:pPr lvl="0"/>
              <a:t>9/4/2019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C0BFA1-4395-4360-B957-79E01CC9DD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ED8F0A-84D7-41C1-9A62-8E3462247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562AC21A-A60D-4389-B07D-5B4F2BD3268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403955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18D33E-49D1-4294-9672-D4D57CE756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D75CE2-FE7B-4909-935E-0609554646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E4F562-853B-42FA-B50D-4D2C042A5B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D5A2AD4-7557-416D-B3F8-6F119ED1D9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5F39EE-87C1-4412-8C97-CC263F291D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8A09D71-A31D-4794-B50F-713387FC1F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6AED319F-C571-4A00-94A1-601B38245670}" type="datetime1">
              <a:rPr lang="en-US" smtClean="0"/>
              <a:pPr lvl="0"/>
              <a:t>9/4/2019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F357EFB-88D8-4843-8E36-60DB8E2F6F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E024CB0-255E-4A44-B812-6A2DC8055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503DFCE3-5FA1-482B-8623-5FA28BE7F926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0230780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C298A4-8E58-4FE4-A6DD-A6F9AE6F9B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F279EB-E001-4D66-9209-A564857B3A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6AED319F-C571-4A00-94A1-601B38245670}" type="datetime1">
              <a:rPr lang="en-US" smtClean="0"/>
              <a:pPr lvl="0"/>
              <a:t>9/4/2019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4533CE-D248-44E0-BC1F-7CA0C185A5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C86AB1-129B-434E-AF5B-2A2670DE4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70D8F2FA-4DD2-4E4E-A235-2221BCCB342A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2907331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7D24C6B-369B-4F27-A52B-AD3540A18E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6AED319F-C571-4A00-94A1-601B38245670}" type="datetime1">
              <a:rPr lang="en-US" smtClean="0"/>
              <a:pPr lvl="0"/>
              <a:t>9/4/2019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7D444B5-A946-4907-AC61-75B4BB4ED4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489F38-679E-4F04-A759-78FC600455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DCD07438-00E7-4DE6-89BC-CA0CB15D525A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3178630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BCA853-4D96-4ED9-BCA9-96BE28EF17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D3F895-E419-4F00-92D9-6AC2C50F54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0EE28B-4E98-4DFF-857B-87C2BBF095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E15055-8665-48C2-B4A5-E988F3C889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6AED319F-C571-4A00-94A1-601B38245670}" type="datetime1">
              <a:rPr lang="en-US" smtClean="0"/>
              <a:pPr lvl="0"/>
              <a:t>9/4/2019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D5DF0D-8DD9-4147-8E98-D8C903C579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5CB51B-75DF-4778-B422-BF6CB20BBC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C7D6E06-0941-4D35-909C-4D02B506F7F0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2245641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5D895F-7914-4F8E-97DF-20CE8064C9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427C202-463B-49C2-90DF-F7AC187D87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5DE6B4-D484-4E3F-8338-A122365C0F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73DCB3-E87A-4879-AFA1-336A94900B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6AED319F-C571-4A00-94A1-601B38245670}" type="datetime1">
              <a:rPr lang="en-US" smtClean="0"/>
              <a:pPr lvl="0"/>
              <a:t>9/4/2019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29F481-9010-4B20-8704-EB613892CE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F32E6E-9449-4C59-BAE3-0A0F254139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3949EDAC-60FD-47DB-9AB9-4802CF0F0CBA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7200262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A1E18C-FFEF-4CE1-96A5-2798B2DBDE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E4C45B-63C6-484D-A6E7-CC732969C9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7E4863-68AB-4EED-B684-FFB5E0D12D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6AED319F-C571-4A00-94A1-601B38245670}" type="datetime1">
              <a:rPr lang="en-US" smtClean="0"/>
              <a:pPr lvl="0"/>
              <a:t>9/4/2019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A0E1C5-DDA4-4B20-8412-B72649A49F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C29FEB-ABCB-4B81-A5B9-0A2438875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DCFA306-3081-4C0C-A010-5DCF220712DF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5185453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1665A2E-E198-4DFA-8DFB-D12AD7E9FD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53200" y="274638"/>
            <a:ext cx="1981200" cy="54403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CCE7F0-4F1B-4345-B19C-059E32559D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5791200" cy="54403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47EA1C-10CB-46E8-B013-010DD14AC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6AED319F-C571-4A00-94A1-601B38245670}" type="datetime1">
              <a:rPr lang="en-US" smtClean="0"/>
              <a:pPr lvl="0"/>
              <a:t>9/4/2019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43AE99-D9A5-4574-88A8-F76C2D3780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2413D3-2976-44B2-A43E-81E5526F0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E0B15602-2CE5-44FE-954E-9732016E763A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304351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6BAD030C-3DDF-4AF5-BF5D-4A2E2CADEA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870481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 b="1"/>
            </a:lvl1pPr>
          </a:lstStyle>
          <a:p>
            <a:r>
              <a:rPr lang="en-US"/>
              <a:t>Click to edit Master title style</a:t>
            </a:r>
            <a:endParaRPr lang="id-ID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2D60FE9-ADA2-4D7B-BA96-8E2EC5080D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1651094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C1BE2E29-61CE-4043-B215-40E6108C07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1199741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14450" y="365126"/>
            <a:ext cx="72009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DDBB2D13-DC2E-4473-AEE0-E552F96E4C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204454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6850" y="365126"/>
            <a:ext cx="704969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id-ID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062F55F-D865-4FBD-B597-A5E87A0B71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9307811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19225" y="427832"/>
            <a:ext cx="65532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059A1474-6BE9-461A-9A03-AC92A7E6BD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1883375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692BECE5-2B19-48B0-95D1-5CB48D2A4D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7539219"/>
      </p:ext>
    </p:extLst>
  </p:cSld>
  <p:clrMapOvr>
    <a:masterClrMapping/>
  </p:clrMapOvr>
  <p:hf sldNum="0" hdr="0" ftr="0" dt="0"/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78E2F5DA-2655-4A4A-974B-055AD0A221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0691255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id-ID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71D2D22B-E417-4C50-9413-B19A4BFA45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068037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7924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82C55-3D6A-461C-86B6-18C456BA2A8D}" type="datetimeFigureOut">
              <a:rPr lang="en-US" smtClean="0"/>
              <a:t>9/4/2019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2F7B0-B63A-4DD3-94B0-A6A1D740CA91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609600" y="1600200"/>
            <a:ext cx="79248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48462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/Relationships>
</file>

<file path=ppt/slideMasters/_rels/slideMaster6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3.xml"/><Relationship Id="rId3" Type="http://schemas.openxmlformats.org/officeDocument/2006/relationships/slideLayout" Target="../slideLayouts/slideLayout58.xml"/><Relationship Id="rId7" Type="http://schemas.openxmlformats.org/officeDocument/2006/relationships/slideLayout" Target="../slideLayouts/slideLayout62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57.xml"/><Relationship Id="rId1" Type="http://schemas.openxmlformats.org/officeDocument/2006/relationships/slideLayout" Target="../slideLayouts/slideLayout56.xml"/><Relationship Id="rId6" Type="http://schemas.openxmlformats.org/officeDocument/2006/relationships/slideLayout" Target="../slideLayouts/slideLayout61.xml"/><Relationship Id="rId11" Type="http://schemas.openxmlformats.org/officeDocument/2006/relationships/theme" Target="../theme/theme7.xml"/><Relationship Id="rId5" Type="http://schemas.openxmlformats.org/officeDocument/2006/relationships/slideLayout" Target="../slideLayouts/slideLayout60.xml"/><Relationship Id="rId10" Type="http://schemas.openxmlformats.org/officeDocument/2006/relationships/slideLayout" Target="../slideLayouts/slideLayout65.xml"/><Relationship Id="rId4" Type="http://schemas.openxmlformats.org/officeDocument/2006/relationships/slideLayout" Target="../slideLayouts/slideLayout59.xml"/><Relationship Id="rId9" Type="http://schemas.openxmlformats.org/officeDocument/2006/relationships/slideLayout" Target="../slideLayouts/slideLayout6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>
            <a:extLst>
              <a:ext uri="{FF2B5EF4-FFF2-40B4-BE49-F238E27FC236}">
                <a16:creationId xmlns:a16="http://schemas.microsoft.com/office/drawing/2014/main" id="{774733CE-ED76-471D-8940-138F4F680C0B}"/>
              </a:ext>
            </a:extLst>
          </p:cNvPr>
          <p:cNvPicPr>
            <a:picLocks noChangeAspect="1"/>
          </p:cNvPicPr>
          <p:nvPr/>
        </p:nvPicPr>
        <p:blipFill>
          <a:blip r:embed="rId13">
            <a:lum/>
            <a:alphaModFix/>
          </a:blip>
          <a:srcRect/>
          <a:stretch>
            <a:fillRect/>
          </a:stretch>
        </p:blipFill>
        <p:spPr>
          <a:xfrm>
            <a:off x="0" y="0"/>
            <a:ext cx="9143640" cy="685764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6">
            <a:extLst>
              <a:ext uri="{FF2B5EF4-FFF2-40B4-BE49-F238E27FC236}">
                <a16:creationId xmlns:a16="http://schemas.microsoft.com/office/drawing/2014/main" id="{E5C49F7E-A567-4C1D-A323-EA24861AFD63}"/>
              </a:ext>
            </a:extLst>
          </p:cNvPr>
          <p:cNvPicPr>
            <a:picLocks noChangeAspect="1"/>
          </p:cNvPicPr>
          <p:nvPr/>
        </p:nvPicPr>
        <p:blipFill>
          <a:blip r:embed="rId13">
            <a:lum/>
            <a:alphaModFix/>
          </a:blip>
          <a:srcRect t="33337"/>
          <a:stretch>
            <a:fillRect/>
          </a:stretch>
        </p:blipFill>
        <p:spPr>
          <a:xfrm>
            <a:off x="0" y="0"/>
            <a:ext cx="9143640" cy="457164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57F966-3F23-42EB-8DB5-6C770F350A58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>
            <a:noFill/>
          </a:ln>
        </p:spPr>
        <p:txBody>
          <a:bodyPr wrap="square" lIns="90000" tIns="45000" rIns="90000" bIns="45000" anchor="t" anchorCtr="0">
            <a:noAutofit/>
          </a:bodyPr>
          <a:lstStyle>
            <a:lvl1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200" spc="0">
                <a:solidFill>
                  <a:srgbClr val="FFFFFF"/>
                </a:solidFill>
                <a:latin typeface="Arial Narrow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fld id="{F64BD8AD-4CB3-40E7-B782-EE11F6A3608B}" type="datetime1">
              <a:rPr lang="en-US"/>
              <a:pPr lvl="0"/>
              <a:t>9/4/2019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2DAD2B-25F9-4E19-9ECE-8DF5585D756C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>
            <a:noFill/>
          </a:ln>
        </p:spPr>
        <p:txBody>
          <a:bodyPr wrap="square" lIns="90000" tIns="45000" rIns="90000" bIns="45000" anchor="t" anchorCtr="0">
            <a:noAutofit/>
          </a:bodyPr>
          <a:lstStyle>
            <a:lvl1pPr lvl="0" rtl="0" hangingPunct="0">
              <a:buNone/>
              <a:tabLst/>
              <a:defRPr lang="en-US" sz="2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22CC3A-0D19-44A2-A18F-E040125F015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>
            <a:noFill/>
          </a:ln>
        </p:spPr>
        <p:txBody>
          <a:bodyPr wrap="square" lIns="90000" tIns="45000" rIns="90000" bIns="45000" anchor="t" anchorCtr="0">
            <a:noAutofit/>
          </a:bodyPr>
          <a:lstStyle>
            <a:lvl1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200" spc="0">
                <a:solidFill>
                  <a:srgbClr val="FFFFFF"/>
                </a:solidFill>
                <a:latin typeface="Arial Narrow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fld id="{4BBF9D72-7E84-4294-A1E3-D14F880DAC41}" type="slidenum">
              <a:t>‹#›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02742845-3D7D-4BAE-8E64-798B175FEEA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799" y="2007720"/>
            <a:ext cx="7772039" cy="14695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b">
            <a:noAutofit/>
          </a:bodyPr>
          <a:lstStyle/>
          <a:p>
            <a:pPr lvl="0"/>
            <a:r>
              <a:rPr lang="en-US"/>
              <a:t>Click to edit the title text formatClick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1CF39A4-21F1-4B69-9ACD-4EEBFDF2959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8046360" cy="39776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lvl="0" algn="l" rtl="0" hangingPunct="1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3200" b="0" i="0" u="none" strike="noStrike" kern="1200" spc="51">
          <a:ln>
            <a:noFill/>
          </a:ln>
          <a:solidFill>
            <a:srgbClr val="FFFFFF"/>
          </a:solidFill>
          <a:latin typeface="Arial Narrow" pitchFamily="18"/>
          <a:ea typeface="DejaVu Sans" pitchFamily="2"/>
          <a:cs typeface="DejaVu Sans" pitchFamily="2"/>
        </a:defRPr>
      </a:lvl1pPr>
    </p:titleStyle>
    <p:bodyStyle>
      <a:lvl1pPr algn="l" rtl="0" hangingPunct="1">
        <a:lnSpc>
          <a:spcPct val="100000"/>
        </a:lnSpc>
        <a:spcBef>
          <a:spcPts val="0"/>
        </a:spcBef>
        <a:spcAft>
          <a:spcPts val="1417"/>
        </a:spcAft>
        <a:tabLst/>
        <a:defRPr lang="en-US" sz="1700" b="0" i="0" u="none" strike="noStrike" kern="1200" spc="31">
          <a:ln>
            <a:noFill/>
          </a:ln>
          <a:solidFill>
            <a:srgbClr val="FFFFFF"/>
          </a:solidFill>
          <a:latin typeface="Liberation Serif" pitchFamily="18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>
            <a:extLst>
              <a:ext uri="{FF2B5EF4-FFF2-40B4-BE49-F238E27FC236}">
                <a16:creationId xmlns:a16="http://schemas.microsoft.com/office/drawing/2014/main" id="{CF085EF8-CF41-486B-8F62-9D1F50EF1FBC}"/>
              </a:ext>
            </a:extLst>
          </p:cNvPr>
          <p:cNvPicPr>
            <a:picLocks noChangeAspect="1"/>
          </p:cNvPicPr>
          <p:nvPr/>
        </p:nvPicPr>
        <p:blipFill>
          <a:blip r:embed="rId13">
            <a:lum/>
            <a:alphaModFix/>
          </a:blip>
          <a:srcRect/>
          <a:stretch>
            <a:fillRect/>
          </a:stretch>
        </p:blipFill>
        <p:spPr>
          <a:xfrm>
            <a:off x="0" y="0"/>
            <a:ext cx="9143640" cy="685764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F26B4291-04B3-4B31-A0F7-14434072E92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480" y="274680"/>
            <a:ext cx="7924320" cy="11426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b">
            <a:noAutofit/>
          </a:bodyPr>
          <a:lstStyle/>
          <a:p>
            <a:pPr lvl="0"/>
            <a:r>
              <a:rPr lang="en-US"/>
              <a:t>Click to edit the title text format</a:t>
            </a:r>
            <a:br>
              <a:rPr lang="en-US"/>
            </a:br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DE5A7F-3457-4F35-A216-8111B8D76F73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>
            <a:noFill/>
          </a:ln>
        </p:spPr>
        <p:txBody>
          <a:bodyPr wrap="square" lIns="90000" tIns="45000" rIns="90000" bIns="45000" anchor="t" anchorCtr="0">
            <a:noAutofit/>
          </a:bodyPr>
          <a:lstStyle>
            <a:lvl1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200" spc="0">
                <a:solidFill>
                  <a:srgbClr val="FFFFFF"/>
                </a:solidFill>
                <a:latin typeface="Arial Narrow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fld id="{8FA44373-4052-4B86-9C6C-CB884A5ECDE2}" type="datetime1">
              <a:rPr lang="en-US"/>
              <a:pPr lvl="0"/>
              <a:t>9/4/2019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ECC184-5E29-4AFA-9DAB-F1922C456AA8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>
            <a:noFill/>
          </a:ln>
        </p:spPr>
        <p:txBody>
          <a:bodyPr wrap="square" lIns="90000" tIns="45000" rIns="90000" bIns="45000" anchor="t" anchorCtr="0">
            <a:noAutofit/>
          </a:bodyPr>
          <a:lstStyle>
            <a:lvl1pPr lvl="0" rtl="0" hangingPunct="0">
              <a:buNone/>
              <a:tabLst/>
              <a:defRPr lang="en-US" sz="2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114673-6371-43B0-B73B-45D0E1DD8DA0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>
            <a:noFill/>
          </a:ln>
        </p:spPr>
        <p:txBody>
          <a:bodyPr wrap="square" lIns="90000" tIns="45000" rIns="90000" bIns="45000" anchor="t" anchorCtr="0">
            <a:noAutofit/>
          </a:bodyPr>
          <a:lstStyle>
            <a:lvl1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200" spc="0">
                <a:solidFill>
                  <a:srgbClr val="FFFFFF"/>
                </a:solidFill>
                <a:latin typeface="Arial Narrow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fld id="{4EFD0593-6101-4393-B710-51DD7402509E}" type="slidenum">
              <a:t>‹#›</a:t>
            </a:fld>
            <a:endParaRPr lang="en-US"/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E7C1F9BC-3A47-44C6-84DD-DDEE2E738FE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09480" y="1600200"/>
            <a:ext cx="7924320" cy="4114440"/>
          </a:xfrm>
          <a:prstGeom prst="rect">
            <a:avLst/>
          </a:prstGeom>
          <a:noFill/>
          <a:ln>
            <a:noFill/>
          </a:ln>
        </p:spPr>
        <p:txBody>
          <a:bodyPr wrap="square" lIns="90000" tIns="45000" rIns="90000" bIns="45000" anchor="t">
            <a:noAutofit/>
          </a:bodyPr>
          <a:lstStyle/>
          <a:p>
            <a:pPr lvl="0"/>
            <a:r>
              <a:rPr lang="en-US"/>
              <a:t>Click to edit the outline text format</a:t>
            </a:r>
          </a:p>
          <a:p>
            <a:pPr lvl="1"/>
            <a:r>
              <a:rPr lang="en-US"/>
              <a:t>Second Outline Level</a:t>
            </a:r>
          </a:p>
          <a:p>
            <a:pPr lvl="2"/>
            <a:r>
              <a:rPr lang="en-US"/>
              <a:t>Third Outline Level</a:t>
            </a:r>
          </a:p>
          <a:p>
            <a:pPr lvl="3"/>
            <a:r>
              <a:rPr lang="en-US"/>
              <a:t>Fourth Outline Level</a:t>
            </a:r>
          </a:p>
          <a:p>
            <a:pPr lvl="4"/>
            <a:r>
              <a:rPr lang="en-US"/>
              <a:t>Fifth Outline Level</a:t>
            </a:r>
          </a:p>
          <a:p>
            <a:pPr lvl="5"/>
            <a:r>
              <a:rPr lang="en-US"/>
              <a:t>Sixth Outline Level</a:t>
            </a:r>
          </a:p>
          <a:p>
            <a:pPr lvl="0"/>
            <a:r>
              <a:rPr lang="en-US"/>
              <a:t>Seventh Outline LevelClick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1"/>
            <a:r>
              <a:rPr lang="en-US"/>
              <a:t>Third level</a:t>
            </a:r>
          </a:p>
          <a:p>
            <a:pPr lvl="2"/>
            <a:r>
              <a:rPr lang="en-US"/>
              <a:t>Fourth level</a:t>
            </a:r>
          </a:p>
          <a:p>
            <a:pPr lvl="3"/>
            <a:r>
              <a:rPr lang="en-US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lvl="0" algn="l" rtl="0" hangingPunct="1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3000" b="0" i="0" u="none" strike="noStrike" kern="1200" spc="51">
          <a:ln>
            <a:noFill/>
          </a:ln>
          <a:solidFill>
            <a:srgbClr val="FFFFFF"/>
          </a:solidFill>
          <a:latin typeface="Arial Narrow" pitchFamily="18"/>
          <a:ea typeface="DejaVu Sans" pitchFamily="2"/>
          <a:cs typeface="DejaVu Sans" pitchFamily="2"/>
        </a:defRPr>
      </a:lvl1pPr>
    </p:titleStyle>
    <p:bodyStyle>
      <a:lvl1pPr lvl="0" algn="l" rtl="0" hangingPunct="1">
        <a:lnSpc>
          <a:spcPct val="100000"/>
        </a:lnSpc>
        <a:spcBef>
          <a:spcPts val="0"/>
        </a:spcBef>
        <a:spcAft>
          <a:spcPts val="1417"/>
        </a:spcAft>
        <a:buSzPct val="45000"/>
        <a:buFont typeface="StarSymbol"/>
        <a:buChar char="●"/>
        <a:tabLst/>
        <a:defRPr lang="en-US" sz="1700" b="0" i="0" u="none" strike="noStrike" kern="1200" spc="31">
          <a:ln>
            <a:noFill/>
          </a:ln>
          <a:solidFill>
            <a:srgbClr val="FFFFFF"/>
          </a:solidFill>
          <a:latin typeface="Arial Narrow" pitchFamily="18"/>
          <a:ea typeface="DejaVu Sans" pitchFamily="2"/>
          <a:cs typeface="DejaVu Sans" pitchFamily="2"/>
        </a:defRPr>
      </a:lvl1pPr>
      <a:lvl2pPr lvl="1" algn="l" rtl="0" hangingPunct="1">
        <a:lnSpc>
          <a:spcPct val="100000"/>
        </a:lnSpc>
        <a:spcBef>
          <a:spcPts val="0"/>
        </a:spcBef>
        <a:spcAft>
          <a:spcPts val="1417"/>
        </a:spcAft>
        <a:buSzPct val="75000"/>
        <a:buFont typeface="StarSymbol"/>
        <a:buChar char="–"/>
        <a:tabLst/>
        <a:defRPr lang="en-US" sz="1700" b="0" i="0" u="none" strike="noStrike" kern="1200" spc="31">
          <a:ln>
            <a:noFill/>
          </a:ln>
          <a:solidFill>
            <a:srgbClr val="FFFFFF"/>
          </a:solidFill>
          <a:latin typeface="Arial Narrow" pitchFamily="18"/>
          <a:ea typeface="DejaVu Sans" pitchFamily="2"/>
          <a:cs typeface="DejaVu Sans" pitchFamily="2"/>
        </a:defRPr>
      </a:lvl2pPr>
      <a:lvl3pPr lvl="2" algn="l" rtl="0" hangingPunct="1">
        <a:lnSpc>
          <a:spcPct val="100000"/>
        </a:lnSpc>
        <a:spcBef>
          <a:spcPts val="0"/>
        </a:spcBef>
        <a:spcAft>
          <a:spcPts val="1417"/>
        </a:spcAft>
        <a:buSzPct val="45000"/>
        <a:buFont typeface="StarSymbol"/>
        <a:buChar char="●"/>
        <a:tabLst/>
        <a:defRPr lang="en-US" sz="1700" b="0" i="0" u="none" strike="noStrike" kern="1200" spc="31">
          <a:ln>
            <a:noFill/>
          </a:ln>
          <a:solidFill>
            <a:srgbClr val="FFFFFF"/>
          </a:solidFill>
          <a:latin typeface="Arial Narrow" pitchFamily="18"/>
          <a:ea typeface="DejaVu Sans" pitchFamily="2"/>
          <a:cs typeface="DejaVu Sans" pitchFamily="2"/>
        </a:defRPr>
      </a:lvl3pPr>
      <a:lvl4pPr lvl="3" algn="l" rtl="0" hangingPunct="1">
        <a:lnSpc>
          <a:spcPct val="100000"/>
        </a:lnSpc>
        <a:spcBef>
          <a:spcPts val="0"/>
        </a:spcBef>
        <a:spcAft>
          <a:spcPts val="1417"/>
        </a:spcAft>
        <a:buSzPct val="75000"/>
        <a:buFont typeface="StarSymbol"/>
        <a:buChar char="–"/>
        <a:tabLst/>
        <a:defRPr lang="en-US" sz="1700" b="0" i="0" u="none" strike="noStrike" kern="1200" spc="31">
          <a:ln>
            <a:noFill/>
          </a:ln>
          <a:solidFill>
            <a:srgbClr val="FFFFFF"/>
          </a:solidFill>
          <a:latin typeface="Arial Narrow" pitchFamily="18"/>
          <a:ea typeface="DejaVu Sans" pitchFamily="2"/>
          <a:cs typeface="DejaVu Sans" pitchFamily="2"/>
        </a:defRPr>
      </a:lvl4pPr>
      <a:lvl5pPr lvl="4" algn="l" rtl="0" hangingPunct="1">
        <a:lnSpc>
          <a:spcPct val="100000"/>
        </a:lnSpc>
        <a:spcBef>
          <a:spcPts val="0"/>
        </a:spcBef>
        <a:spcAft>
          <a:spcPts val="1417"/>
        </a:spcAft>
        <a:buSzPct val="45000"/>
        <a:buFont typeface="StarSymbol"/>
        <a:buChar char="●"/>
        <a:tabLst/>
        <a:defRPr lang="en-US" sz="1700" b="0" i="0" u="none" strike="noStrike" kern="1200" spc="31">
          <a:ln>
            <a:noFill/>
          </a:ln>
          <a:solidFill>
            <a:srgbClr val="FFFFFF"/>
          </a:solidFill>
          <a:latin typeface="Arial Narrow" pitchFamily="18"/>
          <a:ea typeface="DejaVu Sans" pitchFamily="2"/>
          <a:cs typeface="DejaVu Sans" pitchFamily="2"/>
        </a:defRPr>
      </a:lvl5pPr>
      <a:lvl6pPr lvl="5" algn="l" rtl="0" hangingPunct="1">
        <a:lnSpc>
          <a:spcPct val="100000"/>
        </a:lnSpc>
        <a:spcBef>
          <a:spcPts val="0"/>
        </a:spcBef>
        <a:spcAft>
          <a:spcPts val="1417"/>
        </a:spcAft>
        <a:buSzPct val="45000"/>
        <a:buFont typeface="StarSymbol"/>
        <a:buChar char="●"/>
        <a:tabLst/>
        <a:defRPr lang="en-US" sz="1700" b="0" i="0" u="none" strike="noStrike" kern="1200" spc="31">
          <a:ln>
            <a:noFill/>
          </a:ln>
          <a:solidFill>
            <a:srgbClr val="FFFFFF"/>
          </a:solidFill>
          <a:latin typeface="Arial Narrow" pitchFamily="18"/>
          <a:ea typeface="DejaVu Sans" pitchFamily="2"/>
          <a:cs typeface="DejaVu Sans" pitchFamily="2"/>
        </a:defRPr>
      </a:lvl6pPr>
      <a:lvl7pPr marL="0" marR="0" lvl="0" indent="0" algn="l" rtl="0" hangingPunct="1">
        <a:lnSpc>
          <a:spcPct val="100000"/>
        </a:lnSpc>
        <a:spcBef>
          <a:spcPts val="340"/>
        </a:spcBef>
        <a:spcAft>
          <a:spcPts val="601"/>
        </a:spcAft>
        <a:buClr>
          <a:srgbClr val="DC9E1F"/>
        </a:buClr>
        <a:buSzPct val="100000"/>
        <a:buFont typeface="Arial" pitchFamily="34"/>
        <a:buChar char="•"/>
        <a:tabLst/>
        <a:defRPr lang="en-US" sz="1700" b="0" i="0" u="none" strike="noStrike" kern="1200" spc="31">
          <a:ln>
            <a:noFill/>
          </a:ln>
          <a:solidFill>
            <a:srgbClr val="FFFFFF"/>
          </a:solidFill>
          <a:latin typeface="Arial Narrow" pitchFamily="18"/>
          <a:ea typeface="DejaVu Sans" pitchFamily="2"/>
          <a:cs typeface="DejaVu Sans" pitchFamily="2"/>
        </a:defRPr>
      </a:lvl7pPr>
      <a:lvl8pPr marL="0" marR="0" lvl="1" indent="0" algn="l" rtl="0" hangingPunct="1">
        <a:lnSpc>
          <a:spcPct val="100000"/>
        </a:lnSpc>
        <a:spcBef>
          <a:spcPts val="340"/>
        </a:spcBef>
        <a:spcAft>
          <a:spcPts val="601"/>
        </a:spcAft>
        <a:buClr>
          <a:srgbClr val="DC9E1F"/>
        </a:buClr>
        <a:buSzPct val="100000"/>
        <a:buFont typeface="Arial" pitchFamily="34"/>
        <a:buChar char="•"/>
        <a:tabLst/>
        <a:defRPr lang="en-US" sz="1700" b="0" i="0" u="none" strike="noStrike" kern="1200" spc="31">
          <a:ln>
            <a:noFill/>
          </a:ln>
          <a:solidFill>
            <a:srgbClr val="FFFFFF"/>
          </a:solidFill>
          <a:latin typeface="Arial Narrow" pitchFamily="18"/>
          <a:ea typeface="DejaVu Sans" pitchFamily="2"/>
          <a:cs typeface="DejaVu Sans" pitchFamily="2"/>
        </a:defRPr>
      </a:lvl8pPr>
      <a:lvl9pPr marL="0" marR="0" lvl="1" indent="0" algn="l" rtl="0" hangingPunct="1">
        <a:lnSpc>
          <a:spcPct val="100000"/>
        </a:lnSpc>
        <a:spcBef>
          <a:spcPts val="0"/>
        </a:spcBef>
        <a:spcAft>
          <a:spcPts val="1417"/>
        </a:spcAft>
        <a:buClr>
          <a:srgbClr val="DC9E1F"/>
        </a:buClr>
        <a:buSzPct val="100000"/>
        <a:buFont typeface="Arial" pitchFamily="34"/>
        <a:buChar char="•"/>
        <a:tabLst/>
        <a:defRPr lang="en-US" sz="1700" b="0" i="0" u="none" strike="noStrike" kern="1200" spc="31">
          <a:ln>
            <a:noFill/>
          </a:ln>
          <a:solidFill>
            <a:srgbClr val="FFFFFF"/>
          </a:solidFill>
          <a:latin typeface="Arial Narrow" pitchFamily="18"/>
          <a:ea typeface="DejaVu Sans" pitchFamily="2"/>
          <a:cs typeface="DejaVu Sans" pitchFamily="2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E9362D6-E05D-47AE-BEC0-3490F5C9E7C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302340-4907-47E3-BCFE-929288DE1AA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8229240" cy="39776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172563-42BD-49B4-B261-8C849637B9BA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457200" y="6247440"/>
            <a:ext cx="2130120" cy="4726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Ctr="0">
            <a:noAutofit/>
          </a:bodyPr>
          <a:lstStyle>
            <a:lvl1pPr lvl="0" rtl="0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AC2509-3FBE-471E-91CF-D8B34E466F57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3126960" y="6247440"/>
            <a:ext cx="2898000" cy="4726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Ctr="0">
            <a:noAutofit/>
          </a:bodyPr>
          <a:lstStyle>
            <a:lvl1pPr lvl="0" algn="ctr" rtl="0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36C741-0B4A-485A-BB20-6C712F9A703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6555960" y="6247440"/>
            <a:ext cx="2130120" cy="4726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Ctr="0">
            <a:noAutofit/>
          </a:bodyPr>
          <a:lstStyle>
            <a:lvl1pPr lvl="0" algn="r" rtl="0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fld id="{BA605530-10B7-4730-8CED-94C92C59E898}" type="slidenum"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rtl="0" hangingPunct="0">
        <a:tabLst/>
        <a:defRPr lang="en-US" sz="4400" b="0" i="0" u="none" strike="noStrike" kern="1200">
          <a:ln>
            <a:noFill/>
          </a:ln>
          <a:latin typeface="Liberation Serif" pitchFamily="18"/>
        </a:defRPr>
      </a:lvl1pPr>
    </p:titleStyle>
    <p:bodyStyle>
      <a:lvl1pPr rtl="0" hangingPunct="0">
        <a:spcBef>
          <a:spcPts val="0"/>
        </a:spcBef>
        <a:spcAft>
          <a:spcPts val="1417"/>
        </a:spcAft>
        <a:tabLst/>
        <a:defRPr lang="en-US" sz="3200" b="0" i="0" u="none" strike="noStrike" kern="1200">
          <a:ln>
            <a:noFill/>
          </a:ln>
          <a:latin typeface="Liberation Serif" pitchFamily="18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465C67D-82C5-4533-AFC8-AF144407542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557252-AE67-4A58-ACF5-264D840788D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8229240" cy="39776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61736E-0ADD-4222-B64B-A6B34895F811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457200" y="6247440"/>
            <a:ext cx="2130120" cy="4726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Ctr="0">
            <a:noAutofit/>
          </a:bodyPr>
          <a:lstStyle>
            <a:lvl1pPr lvl="0" rtl="0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08D6CE-60D9-4711-991A-A8CCDE564472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3126960" y="6247440"/>
            <a:ext cx="2898000" cy="4726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Ctr="0">
            <a:noAutofit/>
          </a:bodyPr>
          <a:lstStyle>
            <a:lvl1pPr lvl="0" algn="ctr" rtl="0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CD65E6-003F-4926-98F9-CD74570F981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6555960" y="6247440"/>
            <a:ext cx="2130120" cy="4726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Ctr="0">
            <a:noAutofit/>
          </a:bodyPr>
          <a:lstStyle>
            <a:lvl1pPr lvl="0" algn="r" rtl="0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fld id="{E0D6F90D-E8BF-4AA6-8111-5D1A58A3BA1D}" type="slidenum"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rtl="0" hangingPunct="0">
        <a:tabLst/>
        <a:defRPr lang="en-US" sz="4400" b="0" i="0" u="none" strike="noStrike" kern="1200">
          <a:ln>
            <a:noFill/>
          </a:ln>
          <a:latin typeface="Liberation Serif" pitchFamily="18"/>
        </a:defRPr>
      </a:lvl1pPr>
    </p:titleStyle>
    <p:bodyStyle>
      <a:lvl1pPr rtl="0" hangingPunct="0">
        <a:spcBef>
          <a:spcPts val="0"/>
        </a:spcBef>
        <a:spcAft>
          <a:spcPts val="1417"/>
        </a:spcAft>
        <a:tabLst/>
        <a:defRPr lang="en-US" sz="3200" b="0" i="0" u="none" strike="noStrike" kern="1200">
          <a:ln>
            <a:noFill/>
          </a:ln>
          <a:latin typeface="Liberation Serif" pitchFamily="18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>
            <a:extLst>
              <a:ext uri="{FF2B5EF4-FFF2-40B4-BE49-F238E27FC236}">
                <a16:creationId xmlns:a16="http://schemas.microsoft.com/office/drawing/2014/main" id="{9895FE20-0387-4E7A-8091-0F0A907755EA}"/>
              </a:ext>
            </a:extLst>
          </p:cNvPr>
          <p:cNvPicPr>
            <a:picLocks noChangeAspect="1"/>
          </p:cNvPicPr>
          <p:nvPr/>
        </p:nvPicPr>
        <p:blipFill>
          <a:blip r:embed="rId13">
            <a:lum/>
            <a:alphaModFix/>
          </a:blip>
          <a:srcRect/>
          <a:stretch>
            <a:fillRect/>
          </a:stretch>
        </p:blipFill>
        <p:spPr>
          <a:xfrm>
            <a:off x="0" y="0"/>
            <a:ext cx="9143640" cy="685764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Content Placeholder 12">
            <a:extLst>
              <a:ext uri="{FF2B5EF4-FFF2-40B4-BE49-F238E27FC236}">
                <a16:creationId xmlns:a16="http://schemas.microsoft.com/office/drawing/2014/main" id="{F054D829-767E-43AB-AF96-EFC5744642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800600" y="2209680"/>
            <a:ext cx="3733560" cy="3504959"/>
          </a:xfrm>
          <a:prstGeom prst="rect">
            <a:avLst/>
          </a:prstGeom>
          <a:noFill/>
          <a:ln>
            <a:noFill/>
          </a:ln>
        </p:spPr>
        <p:txBody>
          <a:bodyPr wrap="square" lIns="90000" tIns="45000" rIns="90000" bIns="45000" anchor="t">
            <a:noAutofit/>
          </a:bodyPr>
          <a:lstStyle/>
          <a:p>
            <a:pPr lvl="0"/>
            <a:r>
              <a:rPr lang="en-US"/>
              <a:t>Click to edit the outline text format</a:t>
            </a:r>
          </a:p>
          <a:p>
            <a:pPr lvl="1"/>
            <a:r>
              <a:rPr lang="en-US"/>
              <a:t>Second Outline Level</a:t>
            </a:r>
          </a:p>
          <a:p>
            <a:pPr lvl="2"/>
            <a:r>
              <a:rPr lang="en-US"/>
              <a:t>Third Outline Level</a:t>
            </a:r>
          </a:p>
          <a:p>
            <a:pPr lvl="3"/>
            <a:r>
              <a:rPr lang="en-US"/>
              <a:t>Fourth Outline Level</a:t>
            </a:r>
          </a:p>
          <a:p>
            <a:pPr lvl="4"/>
            <a:r>
              <a:rPr lang="en-US"/>
              <a:t>Fifth Outline Level</a:t>
            </a:r>
          </a:p>
          <a:p>
            <a:pPr lvl="5"/>
            <a:r>
              <a:rPr lang="en-US"/>
              <a:t>Sixth Outline Level</a:t>
            </a:r>
          </a:p>
          <a:p>
            <a:pPr lvl="0"/>
            <a:r>
              <a:rPr lang="en-US"/>
              <a:t>Seventh Outline LevelClick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1"/>
            <a:r>
              <a:rPr lang="en-US"/>
              <a:t>Third level</a:t>
            </a:r>
          </a:p>
          <a:p>
            <a:pPr lvl="2"/>
            <a:r>
              <a:rPr lang="en-US"/>
              <a:t>Fourth level</a:t>
            </a:r>
          </a:p>
          <a:p>
            <a:pPr lvl="3"/>
            <a:r>
              <a:rPr lang="en-US"/>
              <a:t>Fifth level</a:t>
            </a:r>
          </a:p>
        </p:txBody>
      </p:sp>
      <p:sp>
        <p:nvSpPr>
          <p:cNvPr id="4" name="Content Placeholder 10">
            <a:extLst>
              <a:ext uri="{FF2B5EF4-FFF2-40B4-BE49-F238E27FC236}">
                <a16:creationId xmlns:a16="http://schemas.microsoft.com/office/drawing/2014/main" id="{E0628999-EB4A-4E4F-B746-E10B6B0E83C8}"/>
              </a:ext>
            </a:extLst>
          </p:cNvPr>
          <p:cNvSpPr txBox="1">
            <a:spLocks noGrp="1"/>
          </p:cNvSpPr>
          <p:nvPr>
            <p:ph type="body" sz="quarter" idx="4294967295"/>
          </p:nvPr>
        </p:nvSpPr>
        <p:spPr>
          <a:xfrm>
            <a:off x="609480" y="2209680"/>
            <a:ext cx="3733560" cy="3504959"/>
          </a:xfrm>
          <a:prstGeom prst="rect">
            <a:avLst/>
          </a:prstGeom>
          <a:noFill/>
          <a:ln>
            <a:noFill/>
          </a:ln>
        </p:spPr>
        <p:txBody>
          <a:bodyPr wrap="square" lIns="90000" tIns="45000" rIns="90000" bIns="45000" anchor="t">
            <a:noAutofit/>
          </a:bodyPr>
          <a:lstStyle/>
          <a:p>
            <a:pPr lvl="0"/>
            <a:r>
              <a:rPr lang="en-US"/>
              <a:t>Click to edit the outline text format</a:t>
            </a:r>
          </a:p>
          <a:p>
            <a:pPr lvl="1"/>
            <a:r>
              <a:rPr lang="en-US"/>
              <a:t>Second Outline Level</a:t>
            </a:r>
          </a:p>
          <a:p>
            <a:pPr lvl="2"/>
            <a:r>
              <a:rPr lang="en-US"/>
              <a:t>Third Outline Level</a:t>
            </a:r>
          </a:p>
          <a:p>
            <a:pPr lvl="3"/>
            <a:r>
              <a:rPr lang="en-US"/>
              <a:t>Fourth Outline Level</a:t>
            </a:r>
          </a:p>
          <a:p>
            <a:pPr lvl="4"/>
            <a:r>
              <a:rPr lang="en-US"/>
              <a:t>Fifth Outline Level</a:t>
            </a:r>
          </a:p>
          <a:p>
            <a:pPr lvl="5"/>
            <a:r>
              <a:rPr lang="en-US"/>
              <a:t>Sixth Outline Level</a:t>
            </a:r>
          </a:p>
          <a:p>
            <a:pPr lvl="0"/>
            <a:r>
              <a:rPr lang="en-US"/>
              <a:t>Seventh Outline LevelClick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1"/>
            <a:r>
              <a:rPr lang="en-US"/>
              <a:t>Third level</a:t>
            </a:r>
          </a:p>
          <a:p>
            <a:pPr lvl="2"/>
            <a:r>
              <a:rPr lang="en-US"/>
              <a:t>Fourth level</a:t>
            </a:r>
          </a:p>
          <a:p>
            <a:pPr lvl="3"/>
            <a:r>
              <a:rPr lang="en-US"/>
              <a:t>Fifth level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2DDB032-01E3-4ED2-AE49-DA55DD6E0E3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480" y="274680"/>
            <a:ext cx="7924320" cy="11426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b">
            <a:noAutofit/>
          </a:bodyPr>
          <a:lstStyle/>
          <a:p>
            <a:pPr lvl="0"/>
            <a:r>
              <a:rPr lang="en-US"/>
              <a:t>Click to edit the title text formatClick to edit Master title style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E7CA9847-804D-4B23-8C07-96DBDE53E2B8}"/>
              </a:ext>
            </a:extLst>
          </p:cNvPr>
          <p:cNvSpPr txBox="1">
            <a:spLocks noGrp="1"/>
          </p:cNvSpPr>
          <p:nvPr>
            <p:ph type="body" sz="quarter" idx="4294967295"/>
          </p:nvPr>
        </p:nvSpPr>
        <p:spPr>
          <a:xfrm>
            <a:off x="609480" y="1600200"/>
            <a:ext cx="3733560" cy="574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b">
            <a:noAutofit/>
          </a:bodyPr>
          <a:lstStyle/>
          <a:p>
            <a:pPr lvl="0"/>
            <a:r>
              <a:rPr lang="en-US"/>
              <a:t>Click to edit the outline text format</a:t>
            </a:r>
          </a:p>
          <a:p>
            <a:pPr lvl="1"/>
            <a:r>
              <a:rPr lang="en-US"/>
              <a:t>Second Outline Level</a:t>
            </a:r>
          </a:p>
          <a:p>
            <a:pPr lvl="2"/>
            <a:r>
              <a:rPr lang="en-US"/>
              <a:t>Third Outline Level</a:t>
            </a:r>
          </a:p>
          <a:p>
            <a:pPr lvl="3"/>
            <a:r>
              <a:rPr lang="en-US"/>
              <a:t>Fourth Outline Level</a:t>
            </a:r>
          </a:p>
          <a:p>
            <a:pPr lvl="4"/>
            <a:r>
              <a:rPr lang="en-US"/>
              <a:t>Fifth Outline Level</a:t>
            </a:r>
          </a:p>
          <a:p>
            <a:pPr lvl="5"/>
            <a:r>
              <a:rPr lang="en-US"/>
              <a:t>Sixth Outline Level</a:t>
            </a:r>
          </a:p>
          <a:p>
            <a:pPr lvl="0"/>
            <a:r>
              <a:rPr lang="en-US"/>
              <a:t>Seventh Outline LevelClick to edit Master text styles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5938E523-91E9-4A1F-BA1A-B2576C55609A}"/>
              </a:ext>
            </a:extLst>
          </p:cNvPr>
          <p:cNvSpPr txBox="1">
            <a:spLocks noGrp="1"/>
          </p:cNvSpPr>
          <p:nvPr>
            <p:ph type="body" sz="quarter" idx="4294967295"/>
          </p:nvPr>
        </p:nvSpPr>
        <p:spPr>
          <a:xfrm>
            <a:off x="4800600" y="1600200"/>
            <a:ext cx="3733560" cy="574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b">
            <a:noAutofit/>
          </a:bodyPr>
          <a:lstStyle/>
          <a:p>
            <a:pPr lvl="0"/>
            <a:r>
              <a:rPr lang="en-US"/>
              <a:t>Click to edit the outline text format</a:t>
            </a:r>
          </a:p>
          <a:p>
            <a:pPr lvl="1"/>
            <a:r>
              <a:rPr lang="en-US"/>
              <a:t>Second Outline Level</a:t>
            </a:r>
          </a:p>
          <a:p>
            <a:pPr lvl="2"/>
            <a:r>
              <a:rPr lang="en-US"/>
              <a:t>Third Outline Level</a:t>
            </a:r>
          </a:p>
          <a:p>
            <a:pPr lvl="3"/>
            <a:r>
              <a:rPr lang="en-US"/>
              <a:t>Fourth Outline Level</a:t>
            </a:r>
          </a:p>
          <a:p>
            <a:pPr lvl="4"/>
            <a:r>
              <a:rPr lang="en-US"/>
              <a:t>Fifth Outline Level</a:t>
            </a:r>
          </a:p>
          <a:p>
            <a:pPr lvl="5"/>
            <a:r>
              <a:rPr lang="en-US"/>
              <a:t>Sixth Outline Level</a:t>
            </a:r>
          </a:p>
          <a:p>
            <a:pPr lvl="0"/>
            <a:r>
              <a:rPr lang="en-US"/>
              <a:t>Seventh Outline LevelClick to edit Master text styles</a:t>
            </a:r>
          </a:p>
        </p:txBody>
      </p:sp>
      <p:sp>
        <p:nvSpPr>
          <p:cNvPr id="8" name="Date Placeholder 6">
            <a:extLst>
              <a:ext uri="{FF2B5EF4-FFF2-40B4-BE49-F238E27FC236}">
                <a16:creationId xmlns:a16="http://schemas.microsoft.com/office/drawing/2014/main" id="{DA004338-072D-4D58-9B31-90C0DE5FA880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>
            <a:noFill/>
          </a:ln>
        </p:spPr>
        <p:txBody>
          <a:bodyPr wrap="square" lIns="90000" tIns="45000" rIns="90000" bIns="45000" anchor="t" anchorCtr="0">
            <a:noAutofit/>
          </a:bodyPr>
          <a:lstStyle>
            <a:lvl1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200" spc="0">
                <a:solidFill>
                  <a:srgbClr val="FFFFFF"/>
                </a:solidFill>
                <a:latin typeface="Arial Narrow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fld id="{6AED319F-C571-4A00-94A1-601B38245670}" type="datetime1">
              <a:rPr lang="en-US"/>
              <a:pPr lvl="0"/>
              <a:t>9/4/2019</a:t>
            </a:fld>
            <a:endParaRPr lang="en-US"/>
          </a:p>
        </p:txBody>
      </p:sp>
      <p:sp>
        <p:nvSpPr>
          <p:cNvPr id="9" name="Footer Placeholder 7">
            <a:extLst>
              <a:ext uri="{FF2B5EF4-FFF2-40B4-BE49-F238E27FC236}">
                <a16:creationId xmlns:a16="http://schemas.microsoft.com/office/drawing/2014/main" id="{CB1D585B-AD78-4419-B068-627230C80645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>
            <a:noFill/>
          </a:ln>
        </p:spPr>
        <p:txBody>
          <a:bodyPr wrap="square" lIns="90000" tIns="45000" rIns="90000" bIns="45000" anchor="t" anchorCtr="0">
            <a:noAutofit/>
          </a:bodyPr>
          <a:lstStyle>
            <a:lvl1pPr lvl="0" rtl="0" hangingPunct="0">
              <a:buNone/>
              <a:tabLst/>
              <a:defRPr lang="en-US" sz="2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10" name="Slide Number Placeholder 8">
            <a:extLst>
              <a:ext uri="{FF2B5EF4-FFF2-40B4-BE49-F238E27FC236}">
                <a16:creationId xmlns:a16="http://schemas.microsoft.com/office/drawing/2014/main" id="{B2CD2145-B686-42F8-9BE2-7596A53F4AA6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>
            <a:noFill/>
          </a:ln>
        </p:spPr>
        <p:txBody>
          <a:bodyPr wrap="square" lIns="90000" tIns="45000" rIns="90000" bIns="45000" anchor="t" anchorCtr="0">
            <a:noAutofit/>
          </a:bodyPr>
          <a:lstStyle>
            <a:lvl1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200" spc="0">
                <a:solidFill>
                  <a:srgbClr val="FFFFFF"/>
                </a:solidFill>
                <a:latin typeface="Arial Narrow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fld id="{C1CFA29E-90C8-4539-9B33-5E1AA9810BC3}" type="slidenum"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lvl="0" algn="l" rtl="0" hangingPunct="1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3000" b="0" i="0" u="none" strike="noStrike" kern="1200" spc="51">
          <a:ln>
            <a:noFill/>
          </a:ln>
          <a:solidFill>
            <a:srgbClr val="FFFFFF"/>
          </a:solidFill>
          <a:latin typeface="Arial Narrow" pitchFamily="18"/>
          <a:ea typeface="DejaVu Sans" pitchFamily="2"/>
          <a:cs typeface="DejaVu Sans" pitchFamily="2"/>
        </a:defRPr>
      </a:lvl1pPr>
    </p:titleStyle>
    <p:bodyStyle>
      <a:lvl1pPr lvl="0" algn="l" rtl="0" hangingPunct="1">
        <a:lnSpc>
          <a:spcPct val="100000"/>
        </a:lnSpc>
        <a:spcBef>
          <a:spcPts val="0"/>
        </a:spcBef>
        <a:spcAft>
          <a:spcPts val="1417"/>
        </a:spcAft>
        <a:buSzPct val="45000"/>
        <a:buFont typeface="StarSymbol"/>
        <a:buChar char="●"/>
        <a:tabLst/>
        <a:defRPr lang="en-US" sz="1700" b="0" i="0" u="none" strike="noStrike" kern="1200" spc="60">
          <a:ln>
            <a:noFill/>
          </a:ln>
          <a:solidFill>
            <a:srgbClr val="DC9E1F"/>
          </a:solidFill>
          <a:latin typeface="Arial Narrow" pitchFamily="18"/>
          <a:ea typeface="DejaVu Sans" pitchFamily="2"/>
          <a:cs typeface="DejaVu Sans" pitchFamily="2"/>
        </a:defRPr>
      </a:lvl1pPr>
      <a:lvl2pPr lvl="1" algn="l" rtl="0" hangingPunct="1">
        <a:lnSpc>
          <a:spcPct val="100000"/>
        </a:lnSpc>
        <a:spcBef>
          <a:spcPts val="0"/>
        </a:spcBef>
        <a:spcAft>
          <a:spcPts val="1417"/>
        </a:spcAft>
        <a:buSzPct val="75000"/>
        <a:buFont typeface="StarSymbol"/>
        <a:buChar char="–"/>
        <a:tabLst/>
        <a:defRPr lang="en-US" sz="1700" b="0" i="0" u="none" strike="noStrike" kern="1200" spc="60">
          <a:ln>
            <a:noFill/>
          </a:ln>
          <a:solidFill>
            <a:srgbClr val="DC9E1F"/>
          </a:solidFill>
          <a:latin typeface="Arial Narrow" pitchFamily="18"/>
          <a:ea typeface="DejaVu Sans" pitchFamily="2"/>
          <a:cs typeface="DejaVu Sans" pitchFamily="2"/>
        </a:defRPr>
      </a:lvl2pPr>
      <a:lvl3pPr lvl="2" algn="l" rtl="0" hangingPunct="1">
        <a:lnSpc>
          <a:spcPct val="100000"/>
        </a:lnSpc>
        <a:spcBef>
          <a:spcPts val="0"/>
        </a:spcBef>
        <a:spcAft>
          <a:spcPts val="1417"/>
        </a:spcAft>
        <a:buSzPct val="45000"/>
        <a:buFont typeface="StarSymbol"/>
        <a:buChar char="●"/>
        <a:tabLst/>
        <a:defRPr lang="en-US" sz="1700" b="0" i="0" u="none" strike="noStrike" kern="1200" spc="60">
          <a:ln>
            <a:noFill/>
          </a:ln>
          <a:solidFill>
            <a:srgbClr val="DC9E1F"/>
          </a:solidFill>
          <a:latin typeface="Arial Narrow" pitchFamily="18"/>
          <a:ea typeface="DejaVu Sans" pitchFamily="2"/>
          <a:cs typeface="DejaVu Sans" pitchFamily="2"/>
        </a:defRPr>
      </a:lvl3pPr>
      <a:lvl4pPr lvl="3" algn="l" rtl="0" hangingPunct="1">
        <a:lnSpc>
          <a:spcPct val="100000"/>
        </a:lnSpc>
        <a:spcBef>
          <a:spcPts val="0"/>
        </a:spcBef>
        <a:spcAft>
          <a:spcPts val="1417"/>
        </a:spcAft>
        <a:buSzPct val="75000"/>
        <a:buFont typeface="StarSymbol"/>
        <a:buChar char="–"/>
        <a:tabLst/>
        <a:defRPr lang="en-US" sz="1700" b="0" i="0" u="none" strike="noStrike" kern="1200" spc="60">
          <a:ln>
            <a:noFill/>
          </a:ln>
          <a:solidFill>
            <a:srgbClr val="DC9E1F"/>
          </a:solidFill>
          <a:latin typeface="Arial Narrow" pitchFamily="18"/>
          <a:ea typeface="DejaVu Sans" pitchFamily="2"/>
          <a:cs typeface="DejaVu Sans" pitchFamily="2"/>
        </a:defRPr>
      </a:lvl4pPr>
      <a:lvl5pPr lvl="4" algn="l" rtl="0" hangingPunct="1">
        <a:lnSpc>
          <a:spcPct val="100000"/>
        </a:lnSpc>
        <a:spcBef>
          <a:spcPts val="0"/>
        </a:spcBef>
        <a:spcAft>
          <a:spcPts val="1417"/>
        </a:spcAft>
        <a:buSzPct val="45000"/>
        <a:buFont typeface="StarSymbol"/>
        <a:buChar char="●"/>
        <a:tabLst/>
        <a:defRPr lang="en-US" sz="1700" b="0" i="0" u="none" strike="noStrike" kern="1200" spc="60">
          <a:ln>
            <a:noFill/>
          </a:ln>
          <a:solidFill>
            <a:srgbClr val="DC9E1F"/>
          </a:solidFill>
          <a:latin typeface="Arial Narrow" pitchFamily="18"/>
          <a:ea typeface="DejaVu Sans" pitchFamily="2"/>
          <a:cs typeface="DejaVu Sans" pitchFamily="2"/>
        </a:defRPr>
      </a:lvl5pPr>
      <a:lvl6pPr lvl="5" algn="l" rtl="0" hangingPunct="1">
        <a:lnSpc>
          <a:spcPct val="100000"/>
        </a:lnSpc>
        <a:spcBef>
          <a:spcPts val="0"/>
        </a:spcBef>
        <a:spcAft>
          <a:spcPts val="1417"/>
        </a:spcAft>
        <a:buSzPct val="45000"/>
        <a:buFont typeface="StarSymbol"/>
        <a:buChar char="●"/>
        <a:tabLst/>
        <a:defRPr lang="en-US" sz="1700" b="0" i="0" u="none" strike="noStrike" kern="1200" spc="60">
          <a:ln>
            <a:noFill/>
          </a:ln>
          <a:solidFill>
            <a:srgbClr val="DC9E1F"/>
          </a:solidFill>
          <a:latin typeface="Arial Narrow" pitchFamily="18"/>
          <a:ea typeface="DejaVu Sans" pitchFamily="2"/>
          <a:cs typeface="DejaVu Sans" pitchFamily="2"/>
        </a:defRPr>
      </a:lvl6pPr>
      <a:lvl7pPr marL="0" marR="0" lvl="0" indent="0" algn="l" rtl="0" hangingPunct="1">
        <a:lnSpc>
          <a:spcPct val="100000"/>
        </a:lnSpc>
        <a:spcBef>
          <a:spcPts val="340"/>
        </a:spcBef>
        <a:spcAft>
          <a:spcPts val="601"/>
        </a:spcAft>
        <a:buNone/>
        <a:tabLst/>
        <a:defRPr lang="en-US" sz="1700" b="0" i="0" u="none" strike="noStrike" kern="1200" spc="60">
          <a:ln>
            <a:noFill/>
          </a:ln>
          <a:solidFill>
            <a:srgbClr val="DC9E1F"/>
          </a:solidFill>
          <a:latin typeface="Arial Narrow" pitchFamily="18"/>
          <a:ea typeface="DejaVu Sans" pitchFamily="2"/>
          <a:cs typeface="DejaVu Sans" pitchFamily="2"/>
        </a:defRPr>
      </a:lvl7pPr>
      <a:lvl8pPr marL="0" marR="0" lvl="1" indent="0" algn="l" rtl="0" hangingPunct="1">
        <a:lnSpc>
          <a:spcPct val="100000"/>
        </a:lnSpc>
        <a:spcBef>
          <a:spcPts val="340"/>
        </a:spcBef>
        <a:spcAft>
          <a:spcPts val="601"/>
        </a:spcAft>
        <a:buClr>
          <a:srgbClr val="DC9E1F"/>
        </a:buClr>
        <a:buSzPct val="100000"/>
        <a:buFont typeface="Arial" pitchFamily="34"/>
        <a:buChar char="•"/>
        <a:tabLst/>
        <a:defRPr lang="en-US" sz="1700" b="0" i="0" u="none" strike="noStrike" kern="1200" spc="31">
          <a:ln>
            <a:noFill/>
          </a:ln>
          <a:solidFill>
            <a:srgbClr val="FFFFFF"/>
          </a:solidFill>
          <a:latin typeface="Arial Narrow" pitchFamily="18"/>
          <a:ea typeface="DejaVu Sans" pitchFamily="2"/>
          <a:cs typeface="DejaVu Sans" pitchFamily="2"/>
        </a:defRPr>
      </a:lvl8pPr>
      <a:lvl9pPr marL="0" marR="0" lvl="1" indent="0" algn="l" rtl="0" hangingPunct="1">
        <a:lnSpc>
          <a:spcPct val="100000"/>
        </a:lnSpc>
        <a:spcBef>
          <a:spcPts val="0"/>
        </a:spcBef>
        <a:spcAft>
          <a:spcPts val="1417"/>
        </a:spcAft>
        <a:buClr>
          <a:srgbClr val="DC9E1F"/>
        </a:buClr>
        <a:buSzPct val="100000"/>
        <a:buFont typeface="Arial" pitchFamily="34"/>
        <a:buChar char="•"/>
        <a:tabLst/>
        <a:defRPr lang="en-US" sz="1700" b="0" i="0" u="none" strike="noStrike" kern="1200" spc="31">
          <a:ln>
            <a:noFill/>
          </a:ln>
          <a:solidFill>
            <a:srgbClr val="FFFFFF"/>
          </a:solidFill>
          <a:latin typeface="Arial Narrow" pitchFamily="18"/>
          <a:ea typeface="DejaVu Sans" pitchFamily="2"/>
          <a:cs typeface="DejaVu Sans" pitchFamily="2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52E3AD-D028-43E4-BACA-88D9192A20C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27468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1">
            <a:noAutofit/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ECA4B4-4059-411F-A43F-B0BD97A95B5A}"/>
              </a:ext>
            </a:extLst>
          </p:cNvPr>
          <p:cNvSpPr txBox="1">
            <a:spLocks noGrp="1"/>
          </p:cNvSpPr>
          <p:nvPr>
            <p:ph type="title" sz="quarter" idx="4294967295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Autofit/>
          </a:bodyPr>
          <a:lstStyle/>
          <a:p>
            <a:pPr lvl="0"/>
            <a:r>
              <a:rPr lang="en-US"/>
              <a:t>Click to edit Master text styles</a:t>
            </a:r>
            <a:br>
              <a:rPr lang="en-US"/>
            </a:br>
            <a:r>
              <a:rPr lang="en-US"/>
              <a:t>Second level</a:t>
            </a:r>
            <a:br>
              <a:rPr lang="en-US"/>
            </a:br>
            <a:r>
              <a:rPr lang="en-US"/>
              <a:t>Third level</a:t>
            </a:r>
            <a:br>
              <a:rPr lang="en-US"/>
            </a:br>
            <a:r>
              <a:rPr lang="en-US"/>
              <a:t>Fourth level</a:t>
            </a:r>
            <a:br>
              <a:rPr lang="en-US"/>
            </a:br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B3E7B2-5C92-4BCD-954B-9E4221F37EF6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457200" y="6356520"/>
            <a:ext cx="2133720" cy="365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>
            <a:lvl1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spc="0" baseline="0">
                <a:solidFill>
                  <a:srgbClr val="898989"/>
                </a:solidFill>
                <a:latin typeface="Calibri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fld id="{A9EE1515-CEB4-4D3D-BEBC-DFC07086FF2C}" type="datetime1">
              <a:rPr lang="en-US"/>
              <a:pPr lvl="0"/>
              <a:t>9/4/2019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45ED98-9821-4B8C-9DD8-0573B506486F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3124079" y="6356520"/>
            <a:ext cx="2895479" cy="365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1">
            <a:noAutofit/>
          </a:bodyPr>
          <a:lstStyle>
            <a:lvl1pPr lvl="0" rtl="0" hangingPunct="0">
              <a:buNone/>
              <a:tabLst/>
              <a:defRPr lang="en-US" sz="2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C486FB-2A8E-4E2F-8CF6-A100DCFFBE59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6553080" y="6356520"/>
            <a:ext cx="2133720" cy="365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>
            <a:lvl1pPr marL="0" marR="0" lvl="0" indent="0" algn="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spc="0" baseline="0">
                <a:solidFill>
                  <a:srgbClr val="898989"/>
                </a:solidFill>
                <a:latin typeface="Calibri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fld id="{837DDC6A-EDBD-4B0A-A896-528DD8F32134}" type="slidenum">
              <a:t>‹#›</a:t>
            </a:fld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B4BCE5B-F800-4BB2-9549-80DB7A5500D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8229240" cy="39776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xStyles>
    <p:titleStyle>
      <a:lvl1pPr marL="343080" marR="0" lvl="0" indent="-343080" algn="l" rtl="0" hangingPunct="1">
        <a:lnSpc>
          <a:spcPct val="100000"/>
        </a:lnSpc>
        <a:spcBef>
          <a:spcPts val="799"/>
        </a:spcBef>
        <a:spcAft>
          <a:spcPts val="0"/>
        </a:spcAft>
        <a:buSzPct val="100000"/>
        <a:buFont typeface="Arial" pitchFamily="34"/>
        <a:buChar char="•"/>
        <a:tabLst/>
        <a:defRPr lang="en-US" sz="3200" b="0" i="0" u="none" strike="noStrike" kern="1200" spc="0" baseline="0">
          <a:ln>
            <a:noFill/>
          </a:ln>
          <a:solidFill>
            <a:srgbClr val="000000"/>
          </a:solidFill>
          <a:latin typeface="Calibri" pitchFamily="18"/>
          <a:ea typeface="DejaVu Sans" pitchFamily="2"/>
          <a:cs typeface="DejaVu Sans" pitchFamily="2"/>
        </a:defRPr>
      </a:lvl1pPr>
    </p:titleStyle>
    <p:bodyStyle>
      <a:lvl1pPr marL="0" marR="0" indent="0" rtl="0" hangingPunct="0">
        <a:spcBef>
          <a:spcPts val="0"/>
        </a:spcBef>
        <a:spcAft>
          <a:spcPts val="1414"/>
        </a:spcAft>
        <a:tabLst/>
        <a:defRPr lang="en-US" sz="3200" b="0" i="0" u="none" strike="noStrike" kern="1200">
          <a:ln>
            <a:noFill/>
          </a:ln>
          <a:latin typeface="Liberation Serif" pitchFamily="18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8382" y="365126"/>
            <a:ext cx="713696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id-ID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/>
            <a:fld id="{F64BD8AD-4CB3-40E7-B782-EE11F6A3608B}" type="datetime1">
              <a:rPr lang="en-US" smtClean="0"/>
              <a:pPr lvl="0"/>
              <a:t>9/4/2019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/>
            <a:fld id="{4BBF9D72-7E84-4294-A1E3-D14F880DAC41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588641" cy="1639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96766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2" r:id="rId1"/>
    <p:sldLayoutId id="2147483763" r:id="rId2"/>
    <p:sldLayoutId id="2147483764" r:id="rId3"/>
    <p:sldLayoutId id="2147483765" r:id="rId4"/>
    <p:sldLayoutId id="2147483766" r:id="rId5"/>
    <p:sldLayoutId id="2147483767" r:id="rId6"/>
    <p:sldLayoutId id="2147483768" r:id="rId7"/>
    <p:sldLayoutId id="2147483769" r:id="rId8"/>
    <p:sldLayoutId id="2147483770" r:id="rId9"/>
    <p:sldLayoutId id="2147483771" r:id="rId10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d-ID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Network Forensics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spc="51" dirty="0">
                <a:solidFill>
                  <a:srgbClr val="000000"/>
                </a:solidFill>
                <a:latin typeface="Arial Narrow" pitchFamily="18"/>
              </a:rPr>
              <a:t>Switches, Routers, and Firewalls</a:t>
            </a:r>
          </a:p>
          <a:p>
            <a:r>
              <a:rPr lang="en-US" dirty="0"/>
              <a:t>Week 10</a:t>
            </a:r>
            <a:endParaRPr lang="id-ID" dirty="0"/>
          </a:p>
          <a:p>
            <a:endParaRPr lang="id-ID" dirty="0"/>
          </a:p>
          <a:p>
            <a:r>
              <a:rPr lang="en-US" dirty="0"/>
              <a:t>S. Pradono </a:t>
            </a:r>
            <a:r>
              <a:rPr lang="en-US" dirty="0" err="1"/>
              <a:t>Suryodiningrat</a:t>
            </a:r>
            <a:endParaRPr lang="id-ID" dirty="0"/>
          </a:p>
          <a:p>
            <a:r>
              <a:rPr lang="en-US" dirty="0"/>
              <a:t>satrio.Pradono@binus.ac.id</a:t>
            </a: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32478783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id-ID" dirty="0"/>
              <a:t>Session Learning Outcomes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id-ID" dirty="0"/>
              <a:t>Upon completion of this session, students are expected to be able to</a:t>
            </a:r>
          </a:p>
          <a:p>
            <a:pPr lvl="0"/>
            <a:r>
              <a:rPr lang="en-US" dirty="0"/>
              <a:t>Identify different techniques of capturing digital evidence from a scene in network forensics, technology, and principles</a:t>
            </a:r>
          </a:p>
          <a:p>
            <a:pPr lvl="0"/>
            <a:r>
              <a:rPr lang="en-US" dirty="0"/>
              <a:t>Define appropriate tools necessary to sample, seal, and dissect a given intrusion evidence, and concept of network forensics and traffic analysis</a:t>
            </a:r>
          </a:p>
          <a:p>
            <a:pPr lvl="0"/>
            <a:r>
              <a:rPr lang="en-US" dirty="0"/>
              <a:t>Conduct laboratory experiments in network forensics and evidence handling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53752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0B4DA-5883-47D7-AFEF-EDC8B5DE4B6B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273050"/>
            <a:ext cx="9144000" cy="1144588"/>
          </a:xfrm>
        </p:spPr>
        <p:txBody>
          <a:bodyPr/>
          <a:lstStyle/>
          <a:p>
            <a:pPr lvl="0" algn="r"/>
            <a:r>
              <a:rPr lang="en-US" dirty="0"/>
              <a:t>Storage Media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73D2CD-6F19-4264-AA3D-CBF5CA200BF3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457200" y="1798003"/>
            <a:ext cx="8229600" cy="3976687"/>
          </a:xfrm>
        </p:spPr>
        <p:txBody>
          <a:bodyPr/>
          <a:lstStyle/>
          <a:p>
            <a:pPr lvl="0">
              <a:buSzPct val="45000"/>
              <a:buFont typeface="StarSymbol"/>
              <a:buChar char="●"/>
            </a:pPr>
            <a:r>
              <a:rPr lang="en-US" dirty="0"/>
              <a:t>ROM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US" dirty="0"/>
              <a:t>NVRAM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US" dirty="0"/>
              <a:t>DRAM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US" dirty="0"/>
              <a:t>CAM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US" dirty="0"/>
              <a:t>Hard Drive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783697-FEE6-4162-A453-2BC20085C08A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273050"/>
            <a:ext cx="8229600" cy="1144588"/>
          </a:xfrm>
        </p:spPr>
        <p:txBody>
          <a:bodyPr/>
          <a:lstStyle/>
          <a:p>
            <a:pPr lvl="0" algn="r"/>
            <a:r>
              <a:rPr lang="en-US" dirty="0"/>
              <a:t>Switches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A2EE99-C322-4DC9-ABDF-8731539ACD19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457200" y="1909763"/>
            <a:ext cx="8229600" cy="3976687"/>
          </a:xfrm>
        </p:spPr>
        <p:txBody>
          <a:bodyPr/>
          <a:lstStyle/>
          <a:p>
            <a:pPr lvl="0">
              <a:buSzPct val="45000"/>
              <a:buFont typeface="StarSymbol"/>
              <a:buChar char="●"/>
            </a:pPr>
            <a:r>
              <a:rPr lang="en-US" dirty="0"/>
              <a:t>Maps MAC addresses to switch ports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US" dirty="0"/>
              <a:t>Locate physical location of MACs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US" dirty="0"/>
              <a:t>ARP tables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69BD6-1B3B-45FE-89A2-E952A9951C34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273050"/>
            <a:ext cx="8229600" cy="1144588"/>
          </a:xfrm>
        </p:spPr>
        <p:txBody>
          <a:bodyPr/>
          <a:lstStyle/>
          <a:p>
            <a:pPr lvl="0" algn="r"/>
            <a:r>
              <a:rPr lang="en-US" dirty="0"/>
              <a:t>CAM Tables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163966-63DB-48D3-9125-A158C06802D8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457200" y="1879283"/>
            <a:ext cx="8229600" cy="3976687"/>
          </a:xfrm>
        </p:spPr>
        <p:txBody>
          <a:bodyPr/>
          <a:lstStyle/>
          <a:p>
            <a:pPr lvl="0">
              <a:buSzPct val="45000"/>
              <a:buFont typeface="StarSymbol"/>
              <a:buChar char="●"/>
            </a:pPr>
            <a:r>
              <a:rPr lang="en-US" dirty="0"/>
              <a:t>Very fast memory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US" dirty="0"/>
              <a:t>Maps MAC Addresses to physical switch ports</a:t>
            </a:r>
          </a:p>
          <a:p>
            <a:pPr lvl="2" hangingPunct="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Char char="●"/>
            </a:pPr>
            <a:r>
              <a:rPr lang="en-US" sz="3200" dirty="0">
                <a:latin typeface="Liberation Serif" pitchFamily="18"/>
              </a:rPr>
              <a:t>Switch looks up MAC in table</a:t>
            </a:r>
          </a:p>
          <a:p>
            <a:pPr lvl="2" hangingPunct="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Char char="●"/>
            </a:pPr>
            <a:r>
              <a:rPr lang="en-US" sz="3200" dirty="0">
                <a:latin typeface="Liberation Serif" pitchFamily="18"/>
              </a:rPr>
              <a:t>Writes packet to the correct port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US" dirty="0"/>
              <a:t>If an attacker is sniffing local </a:t>
            </a:r>
            <a:r>
              <a:rPr lang="en-US" dirty="0" err="1"/>
              <a:t>traffice</a:t>
            </a:r>
            <a:r>
              <a:rPr lang="en-US" dirty="0"/>
              <a:t> it will show up in the CAM table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US" dirty="0"/>
              <a:t>The CAM table is very volatile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DC85E1-F952-4793-8ACA-B33777AE1368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273050"/>
            <a:ext cx="8229600" cy="1144588"/>
          </a:xfrm>
        </p:spPr>
        <p:txBody>
          <a:bodyPr/>
          <a:lstStyle/>
          <a:p>
            <a:pPr lvl="0"/>
            <a:r>
              <a:rPr lang="en-US"/>
              <a:t>CAM Table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C262452-66E1-41CE-93A6-71FDB9EA8293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1626480" y="2129040"/>
            <a:ext cx="5901840" cy="2795039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5CA6B94-8A62-49FD-BB9E-85846BAE67E1}"/>
              </a:ext>
            </a:extLst>
          </p:cNvPr>
          <p:cNvSpPr txBox="1"/>
          <p:nvPr/>
        </p:nvSpPr>
        <p:spPr>
          <a:xfrm>
            <a:off x="1188719" y="5212080"/>
            <a:ext cx="5753880" cy="34344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>
                <a:ln>
                  <a:noFill/>
                </a:ln>
                <a:latin typeface="Liberation Serif" pitchFamily="18"/>
                <a:ea typeface="DejaVu Sans" pitchFamily="2"/>
                <a:cs typeface="DejaVu Sans" pitchFamily="2"/>
              </a:rPr>
              <a:t>“Age” is the number of seconds left before the entry expires.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EAEA7F-60F6-4934-B479-D2F6A4F16864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570653"/>
            <a:ext cx="8229600" cy="549381"/>
          </a:xfrm>
        </p:spPr>
        <p:txBody>
          <a:bodyPr>
            <a:spAutoFit/>
          </a:bodyPr>
          <a:lstStyle/>
          <a:p>
            <a:pPr lvl="0" algn="r"/>
            <a:r>
              <a:rPr lang="en-US" dirty="0"/>
              <a:t>ARP Tables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366E64-B495-41DF-B4B6-24B59220017A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457200" y="2041843"/>
            <a:ext cx="8229600" cy="3976687"/>
          </a:xfrm>
        </p:spPr>
        <p:txBody>
          <a:bodyPr/>
          <a:lstStyle/>
          <a:p>
            <a:pPr lvl="0">
              <a:buSzPct val="45000"/>
              <a:buFont typeface="StarSymbol"/>
              <a:buChar char="●"/>
            </a:pPr>
            <a:r>
              <a:rPr lang="en-US" dirty="0"/>
              <a:t>MAC address to IP address resolution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US" dirty="0"/>
              <a:t>Format of table entry</a:t>
            </a:r>
          </a:p>
          <a:p>
            <a:pPr lvl="2" hangingPunct="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Char char="●"/>
            </a:pPr>
            <a:r>
              <a:rPr lang="en-US" sz="3200" dirty="0">
                <a:latin typeface="Liberation Serif" pitchFamily="18"/>
              </a:rPr>
              <a:t>Location of the ARP </a:t>
            </a:r>
            <a:r>
              <a:rPr lang="en-US" sz="3200" dirty="0" err="1">
                <a:latin typeface="Liberation Serif" pitchFamily="18"/>
              </a:rPr>
              <a:t>requeset</a:t>
            </a:r>
            <a:endParaRPr lang="en-US" sz="3200" dirty="0">
              <a:latin typeface="Liberation Serif" pitchFamily="18"/>
            </a:endParaRPr>
          </a:p>
          <a:p>
            <a:pPr lvl="2" hangingPunct="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Char char="●"/>
            </a:pPr>
            <a:r>
              <a:rPr lang="en-US" sz="3200" dirty="0">
                <a:latin typeface="Liberation Serif" pitchFamily="18"/>
              </a:rPr>
              <a:t>IP Address</a:t>
            </a:r>
          </a:p>
          <a:p>
            <a:pPr lvl="2" hangingPunct="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Char char="●"/>
            </a:pPr>
            <a:r>
              <a:rPr lang="en-US" sz="3200" dirty="0">
                <a:latin typeface="Liberation Serif" pitchFamily="18"/>
              </a:rPr>
              <a:t>MAC address</a:t>
            </a:r>
          </a:p>
          <a:p>
            <a:pPr lvl="2" hangingPunct="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Char char="●"/>
            </a:pPr>
            <a:r>
              <a:rPr lang="en-US" sz="3200" dirty="0">
                <a:latin typeface="Liberation Serif" pitchFamily="18"/>
              </a:rPr>
              <a:t>Age in seconds from initial ARP request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50797-6A53-406C-AEE7-00051FC3FBA8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165100"/>
            <a:ext cx="8229600" cy="1144588"/>
          </a:xfrm>
        </p:spPr>
        <p:txBody>
          <a:bodyPr/>
          <a:lstStyle/>
          <a:p>
            <a:pPr lvl="0" algn="r"/>
            <a:r>
              <a:rPr lang="en-US" dirty="0"/>
              <a:t>ARP Table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196A5D6-655A-45EE-B6A2-9F118E6115AA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640080" y="5577840"/>
            <a:ext cx="7953120" cy="1009439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7982F28-085D-4C87-8D82-59B5C9A085CC}"/>
              </a:ext>
            </a:extLst>
          </p:cNvPr>
          <p:cNvSpPr txBox="1"/>
          <p:nvPr/>
        </p:nvSpPr>
        <p:spPr>
          <a:xfrm>
            <a:off x="640080" y="5120639"/>
            <a:ext cx="3250079" cy="34344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>
                <a:ln>
                  <a:noFill/>
                </a:ln>
                <a:latin typeface="Liberation Serif" pitchFamily="18"/>
                <a:ea typeface="DejaVu Sans" pitchFamily="2"/>
                <a:cs typeface="DejaVu Sans" pitchFamily="2"/>
              </a:rPr>
              <a:t>Arp table for a linux  workstation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80400E7-E47E-4D66-9928-27948AEFE981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1260720" y="1723680"/>
            <a:ext cx="5025600" cy="1927439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414491D-C6DC-4C16-88B5-1D5556E14A41}"/>
              </a:ext>
            </a:extLst>
          </p:cNvPr>
          <p:cNvPicPr>
            <a:picLocks noChangeAspect="1"/>
          </p:cNvPicPr>
          <p:nvPr/>
        </p:nvPicPr>
        <p:blipFill>
          <a:blip r:embed="rId5">
            <a:lum/>
            <a:alphaModFix/>
          </a:blip>
          <a:srcRect/>
          <a:stretch>
            <a:fillRect/>
          </a:stretch>
        </p:blipFill>
        <p:spPr>
          <a:xfrm>
            <a:off x="1230480" y="3782879"/>
            <a:ext cx="4998240" cy="134568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928F7C0-3CFA-4505-BD17-17351522FA45}"/>
              </a:ext>
            </a:extLst>
          </p:cNvPr>
          <p:cNvSpPr txBox="1"/>
          <p:nvPr/>
        </p:nvSpPr>
        <p:spPr>
          <a:xfrm>
            <a:off x="1463039" y="1280159"/>
            <a:ext cx="2477520" cy="34344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>
                <a:ln>
                  <a:noFill/>
                </a:ln>
                <a:latin typeface="Liberation Serif" pitchFamily="18"/>
                <a:ea typeface="DejaVu Sans" pitchFamily="2"/>
                <a:cs typeface="DejaVu Sans" pitchFamily="2"/>
              </a:rPr>
              <a:t>Cisco ASA 5505 firewall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D6A5FA8-2045-4B16-9792-8D7DB2DF8E3A}"/>
              </a:ext>
            </a:extLst>
          </p:cNvPr>
          <p:cNvSpPr txBox="1"/>
          <p:nvPr/>
        </p:nvSpPr>
        <p:spPr>
          <a:xfrm>
            <a:off x="1097280" y="3621600"/>
            <a:ext cx="1521719" cy="34344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>
                <a:ln>
                  <a:noFill/>
                </a:ln>
                <a:latin typeface="Liberation Serif" pitchFamily="18"/>
                <a:ea typeface="DejaVu Sans" pitchFamily="2"/>
                <a:cs typeface="DejaVu Sans" pitchFamily="2"/>
              </a:rPr>
              <a:t>Ubuntu Server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3199DB-5249-46E4-921F-9F6416F86BAD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273050"/>
            <a:ext cx="8229600" cy="1144588"/>
          </a:xfrm>
        </p:spPr>
        <p:txBody>
          <a:bodyPr/>
          <a:lstStyle/>
          <a:p>
            <a:pPr lvl="0" algn="r"/>
            <a:r>
              <a:rPr lang="en-US" dirty="0"/>
              <a:t>Managed Switches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3545EF-33E5-4FE8-B30E-25054EFC69EE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457200" y="2062163"/>
            <a:ext cx="8229600" cy="3976687"/>
          </a:xfrm>
        </p:spPr>
        <p:txBody>
          <a:bodyPr>
            <a:normAutofit fontScale="92500" lnSpcReduction="20000"/>
          </a:bodyPr>
          <a:lstStyle/>
          <a:p>
            <a:pPr lvl="0">
              <a:buSzPct val="45000"/>
              <a:buFont typeface="StarSymbol"/>
              <a:buChar char="●"/>
            </a:pPr>
            <a:r>
              <a:rPr lang="en-US" dirty="0"/>
              <a:t>Enterprise LANS</a:t>
            </a:r>
          </a:p>
          <a:p>
            <a:pPr lvl="2" hangingPunct="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Char char="●"/>
            </a:pPr>
            <a:r>
              <a:rPr lang="en-US" sz="3200" dirty="0">
                <a:latin typeface="Liberation Serif" pitchFamily="18"/>
              </a:rPr>
              <a:t>Support for VLAN, ACLs</a:t>
            </a:r>
          </a:p>
          <a:p>
            <a:pPr lvl="2" hangingPunct="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Char char="●"/>
            </a:pPr>
            <a:r>
              <a:rPr lang="en-US" sz="3200" dirty="0">
                <a:latin typeface="Liberation Serif" pitchFamily="18"/>
              </a:rPr>
              <a:t>Arp caching, 802.1 authentication</a:t>
            </a:r>
          </a:p>
          <a:p>
            <a:pPr lvl="2" hangingPunct="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Char char="●"/>
            </a:pPr>
            <a:r>
              <a:rPr lang="en-US" sz="3200" dirty="0">
                <a:latin typeface="Liberation Serif" pitchFamily="18"/>
              </a:rPr>
              <a:t>Port mirroring/monitoring</a:t>
            </a:r>
          </a:p>
          <a:p>
            <a:pPr lvl="2" hangingPunct="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Char char="●"/>
            </a:pPr>
            <a:r>
              <a:rPr lang="en-US" sz="3200" dirty="0">
                <a:latin typeface="Liberation Serif" pitchFamily="18"/>
              </a:rPr>
              <a:t>Event logging</a:t>
            </a:r>
          </a:p>
          <a:p>
            <a:pPr lvl="2" hangingPunct="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Char char="●"/>
            </a:pPr>
            <a:r>
              <a:rPr lang="en-US" sz="3200" dirty="0">
                <a:latin typeface="Liberation Serif" pitchFamily="18"/>
              </a:rPr>
              <a:t>Config Interfaces</a:t>
            </a:r>
          </a:p>
          <a:p>
            <a:pPr lvl="3" hangingPunct="0">
              <a:spcBef>
                <a:spcPts val="0"/>
              </a:spcBef>
              <a:spcAft>
                <a:spcPts val="1417"/>
              </a:spcAft>
              <a:buSzPct val="75000"/>
              <a:buFont typeface="StarSymbol"/>
              <a:buChar char="–"/>
            </a:pPr>
            <a:r>
              <a:rPr lang="en-US" sz="3200" dirty="0">
                <a:latin typeface="Liberation Serif" pitchFamily="18"/>
              </a:rPr>
              <a:t>CLI, SSH/Telnet, SNMP, Web, Proprietary- Cisco</a:t>
            </a:r>
          </a:p>
          <a:p>
            <a:pPr lvl="2" hangingPunct="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Char char="●"/>
            </a:pPr>
            <a:r>
              <a:rPr lang="en-US" sz="3200" dirty="0">
                <a:latin typeface="Liberation Serif" pitchFamily="18"/>
              </a:rPr>
              <a:t>Performance Monitoring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53D51D-CABC-4929-A12D-2FCF29E7B3CE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273050"/>
            <a:ext cx="8229600" cy="1144588"/>
          </a:xfrm>
        </p:spPr>
        <p:txBody>
          <a:bodyPr/>
          <a:lstStyle/>
          <a:p>
            <a:pPr lvl="0" algn="r"/>
            <a:r>
              <a:rPr lang="en-US" dirty="0"/>
              <a:t>Smart Switches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EFCD24-CE87-4D2F-B7DF-6B797DDA7FAF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457200" y="1970723"/>
            <a:ext cx="8229600" cy="3976687"/>
          </a:xfrm>
        </p:spPr>
        <p:txBody>
          <a:bodyPr>
            <a:normAutofit lnSpcReduction="10000"/>
          </a:bodyPr>
          <a:lstStyle/>
          <a:p>
            <a:pPr lvl="0">
              <a:buSzPct val="45000"/>
              <a:buFont typeface="StarSymbol"/>
              <a:buChar char="●"/>
            </a:pPr>
            <a:r>
              <a:rPr lang="en-US" dirty="0"/>
              <a:t>Subset of Managed Switches</a:t>
            </a:r>
          </a:p>
          <a:p>
            <a:pPr lvl="2" hangingPunct="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Char char="●"/>
            </a:pPr>
            <a:r>
              <a:rPr lang="en-US" sz="3200" dirty="0">
                <a:latin typeface="Liberation Serif" pitchFamily="18"/>
              </a:rPr>
              <a:t>VLANs</a:t>
            </a:r>
          </a:p>
          <a:p>
            <a:pPr lvl="2" hangingPunct="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Char char="●"/>
            </a:pPr>
            <a:r>
              <a:rPr lang="en-US" sz="3200" dirty="0">
                <a:latin typeface="Liberation Serif" pitchFamily="18"/>
              </a:rPr>
              <a:t>ARP caching</a:t>
            </a:r>
          </a:p>
          <a:p>
            <a:pPr lvl="2" hangingPunct="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Char char="●"/>
            </a:pPr>
            <a:r>
              <a:rPr lang="en-US" sz="3200" dirty="0">
                <a:latin typeface="Liberation Serif" pitchFamily="18"/>
              </a:rPr>
              <a:t>Port mirroring</a:t>
            </a:r>
          </a:p>
          <a:p>
            <a:pPr lvl="2" hangingPunct="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Char char="●"/>
            </a:pPr>
            <a:r>
              <a:rPr lang="en-US" sz="3200" dirty="0">
                <a:latin typeface="Liberation Serif" pitchFamily="18"/>
              </a:rPr>
              <a:t>Some performance monitoring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US" dirty="0"/>
              <a:t>Config Interface</a:t>
            </a:r>
          </a:p>
          <a:p>
            <a:pPr lvl="2" hangingPunct="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Char char="●"/>
            </a:pPr>
            <a:r>
              <a:rPr lang="en-US" sz="3200" dirty="0">
                <a:latin typeface="Liberation Serif" pitchFamily="18"/>
              </a:rPr>
              <a:t>Usually Web</a:t>
            </a:r>
          </a:p>
          <a:p>
            <a:pPr lvl="2" hangingPunct="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Char char="●"/>
            </a:pPr>
            <a:r>
              <a:rPr lang="en-US" sz="3200" dirty="0">
                <a:latin typeface="Liberation Serif" pitchFamily="18"/>
              </a:rPr>
              <a:t>CLI and remote CLI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0DEE2E-D478-43C8-A59B-3F008070B7DC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273050"/>
            <a:ext cx="8229600" cy="1144588"/>
          </a:xfrm>
        </p:spPr>
        <p:txBody>
          <a:bodyPr/>
          <a:lstStyle/>
          <a:p>
            <a:pPr lvl="0" algn="r"/>
            <a:r>
              <a:rPr lang="en-US" dirty="0"/>
              <a:t>Home Switches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F56B22-248D-4B88-A9F4-83BD9CB88195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457200" y="1899603"/>
            <a:ext cx="8229600" cy="3976687"/>
          </a:xfrm>
        </p:spPr>
        <p:txBody>
          <a:bodyPr/>
          <a:lstStyle/>
          <a:p>
            <a:pPr lvl="0">
              <a:buSzPct val="45000"/>
              <a:buFont typeface="StarSymbol"/>
              <a:buChar char="●"/>
            </a:pPr>
            <a:r>
              <a:rPr lang="en-US" dirty="0"/>
              <a:t>Unmanaged Switches</a:t>
            </a:r>
          </a:p>
          <a:p>
            <a:pPr lvl="2" hangingPunct="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Char char="●"/>
            </a:pPr>
            <a:r>
              <a:rPr lang="en-US" sz="3200" dirty="0">
                <a:latin typeface="Liberation Serif" pitchFamily="18"/>
              </a:rPr>
              <a:t>Plug and play</a:t>
            </a:r>
          </a:p>
          <a:p>
            <a:pPr lvl="2" hangingPunct="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Char char="●"/>
            </a:pPr>
            <a:r>
              <a:rPr lang="en-US" sz="3200" dirty="0">
                <a:latin typeface="Liberation Serif" pitchFamily="18"/>
              </a:rPr>
              <a:t>No configuration interface</a:t>
            </a:r>
          </a:p>
          <a:p>
            <a:pPr lvl="2" hangingPunct="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Char char="●"/>
            </a:pPr>
            <a:r>
              <a:rPr lang="en-US" sz="3200" dirty="0">
                <a:latin typeface="Liberation Serif" pitchFamily="18"/>
              </a:rPr>
              <a:t>No accessible stored data</a:t>
            </a:r>
          </a:p>
          <a:p>
            <a:pPr lvl="2" hangingPunct="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Char char="●"/>
            </a:pPr>
            <a:r>
              <a:rPr lang="en-US" sz="3200" dirty="0">
                <a:latin typeface="Liberation Serif" pitchFamily="18"/>
              </a:rPr>
              <a:t>No/limited forensic value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656129-5336-41F9-981D-124630000350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273050"/>
            <a:ext cx="8229600" cy="1144588"/>
          </a:xfrm>
        </p:spPr>
        <p:txBody>
          <a:bodyPr/>
          <a:lstStyle/>
          <a:p>
            <a:pPr lvl="0" algn="r"/>
            <a:r>
              <a:rPr lang="en-US" dirty="0"/>
              <a:t>Switch Evidence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BF52DF-4E2C-4ED6-A1DB-362BB68272A6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457200" y="2156778"/>
            <a:ext cx="8229600" cy="3978275"/>
          </a:xfrm>
        </p:spPr>
        <p:txBody>
          <a:bodyPr>
            <a:normAutofit fontScale="70000" lnSpcReduction="20000"/>
          </a:bodyPr>
          <a:lstStyle/>
          <a:p>
            <a:pPr lvl="0">
              <a:buSzPct val="45000"/>
              <a:buFont typeface="StarSymbol"/>
              <a:buChar char="●"/>
            </a:pPr>
            <a:r>
              <a:rPr lang="en-US" dirty="0"/>
              <a:t>Volatile Data</a:t>
            </a:r>
          </a:p>
          <a:p>
            <a:pPr lvl="2" hangingPunct="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Char char="●"/>
            </a:pPr>
            <a:r>
              <a:rPr lang="en-US" sz="3200" dirty="0">
                <a:latin typeface="Liberation Serif" pitchFamily="18"/>
              </a:rPr>
              <a:t>Stored packets ( prior to forwarding)</a:t>
            </a:r>
          </a:p>
          <a:p>
            <a:pPr lvl="2" hangingPunct="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Char char="●"/>
            </a:pPr>
            <a:r>
              <a:rPr lang="en-US" sz="3200" dirty="0">
                <a:latin typeface="Liberation Serif" pitchFamily="18"/>
              </a:rPr>
              <a:t>CAM tables (MAC to port mappings)</a:t>
            </a:r>
          </a:p>
          <a:p>
            <a:pPr lvl="2" hangingPunct="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Char char="●"/>
            </a:pPr>
            <a:r>
              <a:rPr lang="en-US" sz="3200" dirty="0">
                <a:latin typeface="Liberation Serif" pitchFamily="18"/>
              </a:rPr>
              <a:t>ARP Table (MAC to IP address mappings)</a:t>
            </a:r>
          </a:p>
          <a:p>
            <a:pPr lvl="2" hangingPunct="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Char char="●"/>
            </a:pPr>
            <a:r>
              <a:rPr lang="en-US" sz="3200" dirty="0">
                <a:latin typeface="Liberation Serif" pitchFamily="18"/>
              </a:rPr>
              <a:t>ACLs, Running configuration</a:t>
            </a:r>
          </a:p>
          <a:p>
            <a:pPr lvl="2" hangingPunct="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Char char="●"/>
            </a:pPr>
            <a:r>
              <a:rPr lang="en-US" sz="3200" dirty="0">
                <a:latin typeface="Liberation Serif" pitchFamily="18"/>
              </a:rPr>
              <a:t>Flow data and performance stats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US" dirty="0"/>
              <a:t>Non-Volatile Data</a:t>
            </a:r>
          </a:p>
          <a:p>
            <a:pPr lvl="2" hangingPunct="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Char char="●"/>
            </a:pPr>
            <a:r>
              <a:rPr lang="en-US" sz="3200" dirty="0">
                <a:latin typeface="Liberation Serif" pitchFamily="18"/>
              </a:rPr>
              <a:t>OS image and Startup configuration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US" dirty="0"/>
              <a:t>Off-System</a:t>
            </a:r>
          </a:p>
          <a:p>
            <a:pPr lvl="2" hangingPunct="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Char char="●"/>
            </a:pPr>
            <a:r>
              <a:rPr lang="en-US" sz="3200" dirty="0">
                <a:latin typeface="Liberation Serif" pitchFamily="18"/>
              </a:rPr>
              <a:t>Logging data</a:t>
            </a:r>
          </a:p>
          <a:p>
            <a:pPr lvl="2" hangingPunct="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Char char="●"/>
            </a:pPr>
            <a:r>
              <a:rPr lang="en-US" sz="3200" dirty="0">
                <a:latin typeface="Liberation Serif" pitchFamily="18"/>
              </a:rPr>
              <a:t>Flow data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6704C1-0B9E-4232-AB88-E34C55E75AED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273050"/>
            <a:ext cx="8229600" cy="1144588"/>
          </a:xfrm>
        </p:spPr>
        <p:txBody>
          <a:bodyPr/>
          <a:lstStyle/>
          <a:p>
            <a:pPr lvl="0" algn="r"/>
            <a:r>
              <a:rPr lang="en-US" dirty="0"/>
              <a:t>Routers  -  Why?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FCC74B-1F8F-4371-A55B-6C88AD46BB80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457200" y="2021523"/>
            <a:ext cx="8229600" cy="3976687"/>
          </a:xfrm>
        </p:spPr>
        <p:txBody>
          <a:bodyPr>
            <a:noAutofit/>
          </a:bodyPr>
          <a:lstStyle/>
          <a:p>
            <a:pPr lvl="0">
              <a:buSzPct val="45000"/>
              <a:buFont typeface="StarSymbol"/>
              <a:buChar char="●"/>
            </a:pPr>
            <a:r>
              <a:rPr lang="en-US" sz="2400" dirty="0"/>
              <a:t>Network topology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US" sz="2400" dirty="0"/>
              <a:t>Traffic through the router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US" sz="2400" dirty="0"/>
              <a:t>Logged data</a:t>
            </a:r>
          </a:p>
          <a:p>
            <a:pPr lvl="2" hangingPunct="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Char char="●"/>
            </a:pPr>
            <a:r>
              <a:rPr lang="en-US" sz="2400" dirty="0"/>
              <a:t>all routers are capable of extensive logging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US" sz="2400" dirty="0"/>
              <a:t>The router itself may be compromised!</a:t>
            </a:r>
          </a:p>
          <a:p>
            <a:pPr lvl="0"/>
            <a:endParaRPr lang="en-US" sz="2400" dirty="0"/>
          </a:p>
          <a:p>
            <a:pPr lvl="0">
              <a:buSzPct val="45000"/>
              <a:buFont typeface="StarSymbol"/>
              <a:buChar char="●"/>
            </a:pPr>
            <a:r>
              <a:rPr lang="en-US" sz="2400" dirty="0"/>
              <a:t>Types of Routers</a:t>
            </a:r>
          </a:p>
          <a:p>
            <a:pPr lvl="2" hangingPunct="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Char char="●"/>
            </a:pPr>
            <a:r>
              <a:rPr lang="en-US" sz="2400" dirty="0"/>
              <a:t>Enterprise</a:t>
            </a:r>
          </a:p>
          <a:p>
            <a:pPr lvl="2" hangingPunct="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Char char="●"/>
            </a:pPr>
            <a:r>
              <a:rPr lang="en-US" sz="2400" dirty="0"/>
              <a:t>Consumer</a:t>
            </a:r>
          </a:p>
          <a:p>
            <a:pPr lvl="2" hangingPunct="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Char char="●"/>
            </a:pPr>
            <a:r>
              <a:rPr lang="en-US" sz="2400" dirty="0"/>
              <a:t>Custom – Linux boxes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E76583-BBAC-48FC-ACAF-E15C24734D02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273050"/>
            <a:ext cx="8229600" cy="1144588"/>
          </a:xfrm>
        </p:spPr>
        <p:txBody>
          <a:bodyPr/>
          <a:lstStyle/>
          <a:p>
            <a:pPr lvl="0" algn="r"/>
            <a:r>
              <a:rPr lang="en-US" dirty="0"/>
              <a:t>Enterprise router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52A2E2-2CA7-4A7E-B921-01402077C370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457200" y="2011363"/>
            <a:ext cx="8229600" cy="3976687"/>
          </a:xfrm>
        </p:spPr>
        <p:txBody>
          <a:bodyPr>
            <a:normAutofit fontScale="92500" lnSpcReduction="20000"/>
          </a:bodyPr>
          <a:lstStyle/>
          <a:p>
            <a:pPr lvl="0">
              <a:buSzPct val="45000"/>
              <a:buFont typeface="StarSymbol"/>
              <a:buChar char="●"/>
            </a:pPr>
            <a:r>
              <a:rPr lang="en-US" dirty="0"/>
              <a:t>Extensive selection - $ - $$$$$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US" dirty="0"/>
              <a:t>Capabilities</a:t>
            </a:r>
          </a:p>
          <a:p>
            <a:pPr lvl="2" hangingPunct="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Char char="●"/>
            </a:pPr>
            <a:r>
              <a:rPr lang="en-US" sz="3200" dirty="0">
                <a:latin typeface="Liberation Serif" pitchFamily="18"/>
              </a:rPr>
              <a:t>Stateful packet filtering</a:t>
            </a:r>
          </a:p>
          <a:p>
            <a:pPr lvl="2" hangingPunct="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Char char="●"/>
            </a:pPr>
            <a:r>
              <a:rPr lang="en-US" sz="3200" dirty="0">
                <a:latin typeface="Liberation Serif" pitchFamily="18"/>
              </a:rPr>
              <a:t>Supports many routing protocols</a:t>
            </a:r>
          </a:p>
          <a:p>
            <a:pPr lvl="2" hangingPunct="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Char char="●"/>
            </a:pPr>
            <a:r>
              <a:rPr lang="en-US" sz="3200" dirty="0">
                <a:latin typeface="Liberation Serif" pitchFamily="18"/>
              </a:rPr>
              <a:t>Multiprotocol Label Switching</a:t>
            </a:r>
          </a:p>
          <a:p>
            <a:pPr lvl="2" hangingPunct="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Char char="●"/>
            </a:pPr>
            <a:r>
              <a:rPr lang="en-US" sz="3200" dirty="0">
                <a:latin typeface="Liberation Serif" pitchFamily="18"/>
              </a:rPr>
              <a:t>High-availability, high-throughput</a:t>
            </a:r>
          </a:p>
          <a:p>
            <a:pPr lvl="2" hangingPunct="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Char char="●"/>
            </a:pPr>
            <a:r>
              <a:rPr lang="en-US" sz="3200" dirty="0">
                <a:latin typeface="Liberation Serif" pitchFamily="18"/>
              </a:rPr>
              <a:t>DHCP, NAT QoS</a:t>
            </a:r>
          </a:p>
          <a:p>
            <a:pPr lvl="2" hangingPunct="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Char char="●"/>
            </a:pPr>
            <a:r>
              <a:rPr lang="en-US" sz="3200" dirty="0">
                <a:latin typeface="Liberation Serif" pitchFamily="18"/>
              </a:rPr>
              <a:t>Performance monitoring</a:t>
            </a:r>
          </a:p>
          <a:p>
            <a:pPr lvl="2" hangingPunct="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Char char="●"/>
            </a:pPr>
            <a:r>
              <a:rPr lang="en-US" sz="3200" dirty="0">
                <a:latin typeface="Liberation Serif" pitchFamily="18"/>
              </a:rPr>
              <a:t>Event logging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E2AFF8-FDE8-4B41-B2F3-2E165D44D39B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273050"/>
            <a:ext cx="8229600" cy="1144588"/>
          </a:xfrm>
        </p:spPr>
        <p:txBody>
          <a:bodyPr/>
          <a:lstStyle/>
          <a:p>
            <a:pPr lvl="0" algn="r"/>
            <a:r>
              <a:rPr lang="en-US" dirty="0"/>
              <a:t>Router Interfaces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1AA744-C8EB-4D9E-B99E-88F49B584A91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457200" y="1926273"/>
            <a:ext cx="8229600" cy="3976687"/>
          </a:xfrm>
        </p:spPr>
        <p:txBody>
          <a:bodyPr>
            <a:normAutofit fontScale="85000" lnSpcReduction="20000"/>
          </a:bodyPr>
          <a:lstStyle/>
          <a:p>
            <a:pPr lvl="0">
              <a:buSzPct val="45000"/>
              <a:buFont typeface="StarSymbol"/>
              <a:buChar char="●"/>
            </a:pPr>
            <a:r>
              <a:rPr lang="en-US" dirty="0"/>
              <a:t>Configuration Interfaces</a:t>
            </a:r>
          </a:p>
          <a:p>
            <a:pPr lvl="2" hangingPunct="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Char char="●"/>
            </a:pPr>
            <a:r>
              <a:rPr lang="en-US" sz="3200" dirty="0">
                <a:latin typeface="Liberation Serif" pitchFamily="18"/>
              </a:rPr>
              <a:t>CLI, Telnet/SSH, SNMP</a:t>
            </a:r>
          </a:p>
          <a:p>
            <a:pPr lvl="2" hangingPunct="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Char char="●"/>
            </a:pPr>
            <a:r>
              <a:rPr lang="en-US" sz="3200" dirty="0">
                <a:latin typeface="Liberation Serif" pitchFamily="18"/>
              </a:rPr>
              <a:t>Web interface</a:t>
            </a:r>
          </a:p>
          <a:p>
            <a:pPr lvl="2" hangingPunct="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Char char="●"/>
            </a:pPr>
            <a:r>
              <a:rPr lang="en-US" sz="3200" dirty="0">
                <a:latin typeface="Liberation Serif" pitchFamily="18"/>
              </a:rPr>
              <a:t>Cisco Proprietary</a:t>
            </a:r>
          </a:p>
          <a:p>
            <a:pPr lvl="2" hangingPunct="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Char char="●"/>
            </a:pPr>
            <a:r>
              <a:rPr lang="en-US" sz="3200" dirty="0">
                <a:latin typeface="Liberation Serif" pitchFamily="18"/>
              </a:rPr>
              <a:t>Central Management</a:t>
            </a:r>
          </a:p>
          <a:p>
            <a:pPr lvl="3" hangingPunct="0">
              <a:spcBef>
                <a:spcPts val="0"/>
              </a:spcBef>
              <a:spcAft>
                <a:spcPts val="1417"/>
              </a:spcAft>
              <a:buSzPct val="75000"/>
              <a:buFont typeface="StarSymbol"/>
              <a:buChar char="–"/>
            </a:pPr>
            <a:r>
              <a:rPr lang="en-US" sz="3200" dirty="0">
                <a:latin typeface="Liberation Serif" pitchFamily="18"/>
              </a:rPr>
              <a:t>Cisco Works Management Center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US" dirty="0"/>
              <a:t>Central management</a:t>
            </a:r>
          </a:p>
          <a:p>
            <a:pPr lvl="2" hangingPunct="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Char char="●"/>
            </a:pPr>
            <a:r>
              <a:rPr lang="en-US" sz="3200" dirty="0">
                <a:latin typeface="Liberation Serif" pitchFamily="18"/>
              </a:rPr>
              <a:t>Central management of large numbers of </a:t>
            </a:r>
            <a:r>
              <a:rPr lang="en-US" sz="3200" dirty="0" err="1">
                <a:latin typeface="Liberation Serif" pitchFamily="18"/>
              </a:rPr>
              <a:t>touters</a:t>
            </a:r>
            <a:endParaRPr lang="en-US" sz="3200" dirty="0">
              <a:latin typeface="Liberation Serif" pitchFamily="18"/>
            </a:endParaRPr>
          </a:p>
          <a:p>
            <a:pPr lvl="0">
              <a:buSzPct val="45000"/>
              <a:buFont typeface="StarSymbol"/>
              <a:buChar char="●"/>
            </a:pPr>
            <a:r>
              <a:rPr lang="en-US" dirty="0"/>
              <a:t>Cisco ASA </a:t>
            </a:r>
            <a:r>
              <a:rPr lang="en-US" dirty="0" err="1"/>
              <a:t>seties</a:t>
            </a:r>
            <a:endParaRPr lang="en-US" dirty="0"/>
          </a:p>
          <a:p>
            <a:pPr lvl="0">
              <a:buSzPct val="45000"/>
              <a:buFont typeface="StarSymbol"/>
              <a:buChar char="●"/>
            </a:pPr>
            <a:r>
              <a:rPr lang="en-US" dirty="0"/>
              <a:t>Juniper J-Series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38E6A5-314B-4C38-8564-A532B014545C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273050"/>
            <a:ext cx="8229600" cy="1144588"/>
          </a:xfrm>
        </p:spPr>
        <p:txBody>
          <a:bodyPr/>
          <a:lstStyle/>
          <a:p>
            <a:pPr lvl="0" algn="r"/>
            <a:r>
              <a:rPr lang="en-US" dirty="0"/>
              <a:t>Consumer Grade Routers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24EFD9-0455-42D0-A071-99EABCFAC174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457200" y="1706563"/>
            <a:ext cx="8229600" cy="3976687"/>
          </a:xfrm>
        </p:spPr>
        <p:txBody>
          <a:bodyPr>
            <a:normAutofit fontScale="85000" lnSpcReduction="20000"/>
          </a:bodyPr>
          <a:lstStyle/>
          <a:p>
            <a:pPr lvl="0">
              <a:buSzPct val="45000"/>
              <a:buFont typeface="StarSymbol"/>
              <a:buChar char="●"/>
            </a:pPr>
            <a:r>
              <a:rPr lang="en-US" dirty="0"/>
              <a:t>Linksys, D-Link, ISP Custom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US" dirty="0"/>
              <a:t>Often supplied by the ISP</a:t>
            </a:r>
          </a:p>
          <a:p>
            <a:pPr lvl="2" hangingPunct="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Char char="●"/>
            </a:pPr>
            <a:r>
              <a:rPr lang="en-US" sz="3200" dirty="0">
                <a:latin typeface="Liberation Serif" pitchFamily="18"/>
              </a:rPr>
              <a:t>Caution!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US" dirty="0"/>
              <a:t>Capabilities</a:t>
            </a:r>
          </a:p>
          <a:p>
            <a:pPr lvl="2" hangingPunct="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Char char="●"/>
            </a:pPr>
            <a:r>
              <a:rPr lang="en-US" sz="3200" dirty="0">
                <a:latin typeface="Liberation Serif" pitchFamily="18"/>
              </a:rPr>
              <a:t>ISP connection via </a:t>
            </a:r>
            <a:r>
              <a:rPr lang="en-US" sz="3200" dirty="0" err="1">
                <a:latin typeface="Liberation Serif" pitchFamily="18"/>
              </a:rPr>
              <a:t>PPPoE</a:t>
            </a:r>
            <a:endParaRPr lang="en-US" sz="3200" dirty="0">
              <a:latin typeface="Liberation Serif" pitchFamily="18"/>
            </a:endParaRPr>
          </a:p>
          <a:p>
            <a:pPr lvl="2" hangingPunct="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Char char="●"/>
            </a:pPr>
            <a:r>
              <a:rPr lang="en-US" sz="3200" dirty="0">
                <a:latin typeface="Liberation Serif" pitchFamily="18"/>
              </a:rPr>
              <a:t>DHCP, NAT</a:t>
            </a:r>
          </a:p>
          <a:p>
            <a:pPr lvl="2" hangingPunct="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Char char="●"/>
            </a:pPr>
            <a:r>
              <a:rPr lang="en-US" sz="3200" dirty="0">
                <a:latin typeface="Liberation Serif" pitchFamily="18"/>
              </a:rPr>
              <a:t>802.11 wireless interface</a:t>
            </a:r>
          </a:p>
          <a:p>
            <a:pPr lvl="2" hangingPunct="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Char char="●"/>
            </a:pPr>
            <a:r>
              <a:rPr lang="en-US" sz="3200" dirty="0">
                <a:latin typeface="Liberation Serif" pitchFamily="18"/>
              </a:rPr>
              <a:t>Port Filtering</a:t>
            </a:r>
          </a:p>
          <a:p>
            <a:pPr lvl="2" hangingPunct="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Char char="●"/>
            </a:pPr>
            <a:r>
              <a:rPr lang="en-US" sz="3200" dirty="0">
                <a:latin typeface="Liberation Serif" pitchFamily="18"/>
              </a:rPr>
              <a:t>Easy config via Web interface</a:t>
            </a:r>
          </a:p>
          <a:p>
            <a:pPr lvl="2" hangingPunct="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Char char="●"/>
            </a:pPr>
            <a:r>
              <a:rPr lang="en-US" sz="3200" dirty="0">
                <a:latin typeface="Liberation Serif" pitchFamily="18"/>
              </a:rPr>
              <a:t>Remote access to config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41D40F-87C1-4F8E-98A7-016FEBE2E63D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273050"/>
            <a:ext cx="8229600" cy="1144588"/>
          </a:xfrm>
        </p:spPr>
        <p:txBody>
          <a:bodyPr/>
          <a:lstStyle/>
          <a:p>
            <a:pPr lvl="0" algn="r"/>
            <a:r>
              <a:rPr lang="en-US" dirty="0"/>
              <a:t>Router Evidence </a:t>
            </a:r>
            <a:r>
              <a:rPr lang="en-US" sz="2800" dirty="0"/>
              <a:t>Volatile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0C12C7-B71D-48D9-8F92-AF351001245D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457200" y="2011363"/>
            <a:ext cx="8229600" cy="3976687"/>
          </a:xfrm>
        </p:spPr>
        <p:txBody>
          <a:bodyPr/>
          <a:lstStyle/>
          <a:p>
            <a:pPr lvl="0">
              <a:buSzPct val="45000"/>
              <a:buFont typeface="StarSymbol"/>
              <a:buChar char="●"/>
            </a:pPr>
            <a:r>
              <a:rPr lang="en-US" dirty="0"/>
              <a:t>Routing Tables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US" dirty="0"/>
              <a:t>Packet counts &amp; stats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US" dirty="0"/>
              <a:t>ARP table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US" dirty="0"/>
              <a:t>DHCP lease assignments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US" dirty="0"/>
              <a:t>ACLs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US" dirty="0"/>
              <a:t>Running config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US" dirty="0"/>
              <a:t>Flow data &amp; stats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US" dirty="0"/>
              <a:t>I/O and processor memory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58AB1C-602A-48B3-A637-E286E79FCDE4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457200" y="374650"/>
            <a:ext cx="8229600" cy="1144588"/>
          </a:xfrm>
        </p:spPr>
        <p:txBody>
          <a:bodyPr/>
          <a:lstStyle/>
          <a:p>
            <a:pPr lvl="0" algn="r"/>
            <a:r>
              <a:rPr lang="en-US" dirty="0"/>
              <a:t>Router Evidence</a:t>
            </a:r>
            <a:br>
              <a:rPr lang="en-US" dirty="0"/>
            </a:br>
            <a:r>
              <a:rPr lang="en-US" sz="2800" dirty="0"/>
              <a:t>Non-Volatile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84D7E4-E65A-4463-858C-0536BD2F493D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457200" y="1858963"/>
            <a:ext cx="8229600" cy="3976687"/>
          </a:xfrm>
        </p:spPr>
        <p:txBody>
          <a:bodyPr/>
          <a:lstStyle/>
          <a:p>
            <a:pPr lvl="0">
              <a:buSzPct val="45000"/>
              <a:buFont typeface="StarSymbol"/>
              <a:buChar char="●"/>
            </a:pPr>
            <a:r>
              <a:rPr lang="en-US" dirty="0"/>
              <a:t>OS image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US" dirty="0"/>
              <a:t>Boot loader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US" dirty="0"/>
              <a:t>Stored configuration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US" dirty="0"/>
              <a:t>Access logs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US" dirty="0"/>
              <a:t>DHCP logs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F7A0E3-381F-4C0F-B391-039F73EA1651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273050"/>
            <a:ext cx="8229600" cy="1144588"/>
          </a:xfrm>
        </p:spPr>
        <p:txBody>
          <a:bodyPr/>
          <a:lstStyle/>
          <a:p>
            <a:pPr lvl="0" algn="r"/>
            <a:r>
              <a:rPr lang="en-US" dirty="0"/>
              <a:t>Router Evidence</a:t>
            </a:r>
            <a:br>
              <a:rPr lang="en-US" dirty="0"/>
            </a:br>
            <a:r>
              <a:rPr lang="en-US" sz="2800" dirty="0"/>
              <a:t>Remote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822B68-DF57-4B1C-B3C9-C21BE241CFC0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457200" y="1858963"/>
            <a:ext cx="8229600" cy="3976687"/>
          </a:xfrm>
        </p:spPr>
        <p:txBody>
          <a:bodyPr/>
          <a:lstStyle/>
          <a:p>
            <a:pPr lvl="0">
              <a:buSzPct val="45000"/>
              <a:buFont typeface="StarSymbol"/>
              <a:buChar char="●"/>
            </a:pPr>
            <a:r>
              <a:rPr lang="en-US" dirty="0"/>
              <a:t>Configurable – via</a:t>
            </a:r>
          </a:p>
          <a:p>
            <a:pPr lvl="2" hangingPunct="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Char char="●"/>
            </a:pPr>
            <a:r>
              <a:rPr lang="en-US" sz="3200" dirty="0">
                <a:latin typeface="Liberation Serif" pitchFamily="18"/>
              </a:rPr>
              <a:t>Syslog, FTP, TFTP, SNMP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US" dirty="0"/>
              <a:t>Access history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US" dirty="0"/>
              <a:t>DHCP logs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US" dirty="0"/>
              <a:t>Backup configuration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US" dirty="0"/>
              <a:t>Flow data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D29005-07C4-4B81-B2A0-00BF955AD8A9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273050"/>
            <a:ext cx="8229600" cy="1144588"/>
          </a:xfrm>
        </p:spPr>
        <p:txBody>
          <a:bodyPr/>
          <a:lstStyle/>
          <a:p>
            <a:pPr lvl="0" algn="r"/>
            <a:r>
              <a:rPr lang="en-US" dirty="0"/>
              <a:t>Firewalls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E0F504-9BA7-4D82-9B40-DFE4D44A3721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457200" y="1899603"/>
            <a:ext cx="8229600" cy="3976687"/>
          </a:xfrm>
        </p:spPr>
        <p:txBody>
          <a:bodyPr>
            <a:normAutofit fontScale="85000" lnSpcReduction="20000"/>
          </a:bodyPr>
          <a:lstStyle/>
          <a:p>
            <a:pPr lvl="0">
              <a:buSzPct val="45000"/>
              <a:buFont typeface="StarSymbol"/>
              <a:buChar char="●"/>
            </a:pPr>
            <a:r>
              <a:rPr lang="en-US" dirty="0"/>
              <a:t>Firewall logs include extensive info</a:t>
            </a:r>
          </a:p>
          <a:p>
            <a:pPr lvl="2" hangingPunct="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Char char="●"/>
            </a:pPr>
            <a:r>
              <a:rPr lang="en-US" sz="3200" dirty="0">
                <a:latin typeface="Liberation Serif" pitchFamily="18"/>
              </a:rPr>
              <a:t>Connection attempts</a:t>
            </a:r>
          </a:p>
          <a:p>
            <a:pPr lvl="3" hangingPunct="0">
              <a:spcBef>
                <a:spcPts val="0"/>
              </a:spcBef>
              <a:spcAft>
                <a:spcPts val="1417"/>
              </a:spcAft>
              <a:buSzPct val="75000"/>
              <a:buFont typeface="StarSymbol"/>
              <a:buChar char="–"/>
            </a:pPr>
            <a:r>
              <a:rPr lang="en-US" sz="3200" dirty="0">
                <a:latin typeface="Liberation Serif" pitchFamily="18"/>
              </a:rPr>
              <a:t>Success or failure</a:t>
            </a:r>
          </a:p>
          <a:p>
            <a:pPr lvl="2" hangingPunct="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Char char="●"/>
            </a:pPr>
            <a:r>
              <a:rPr lang="en-US" sz="3200" dirty="0">
                <a:latin typeface="Liberation Serif" pitchFamily="18"/>
              </a:rPr>
              <a:t>Protocols used</a:t>
            </a:r>
          </a:p>
          <a:p>
            <a:pPr lvl="2" hangingPunct="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Char char="●"/>
            </a:pPr>
            <a:r>
              <a:rPr lang="en-US" sz="3200" dirty="0">
                <a:latin typeface="Liberation Serif" pitchFamily="18"/>
              </a:rPr>
              <a:t>Applications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US" dirty="0"/>
              <a:t>Configuration</a:t>
            </a:r>
          </a:p>
          <a:p>
            <a:pPr lvl="2" hangingPunct="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Char char="●"/>
            </a:pPr>
            <a:r>
              <a:rPr lang="en-US" sz="3200" dirty="0">
                <a:latin typeface="Liberation Serif" pitchFamily="18"/>
              </a:rPr>
              <a:t>What does the world see</a:t>
            </a:r>
          </a:p>
          <a:p>
            <a:pPr lvl="2" hangingPunct="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Char char="●"/>
            </a:pPr>
            <a:r>
              <a:rPr lang="en-US" sz="3200" dirty="0">
                <a:latin typeface="Liberation Serif" pitchFamily="18"/>
              </a:rPr>
              <a:t>Net topology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US" dirty="0"/>
              <a:t>Configurable to collect more data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US" dirty="0"/>
              <a:t>Firewall may be compromised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C809EF-7FEB-415A-A561-429263EF4B42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273050"/>
            <a:ext cx="8229600" cy="1144588"/>
          </a:xfrm>
        </p:spPr>
        <p:txBody>
          <a:bodyPr/>
          <a:lstStyle/>
          <a:p>
            <a:pPr lvl="0" algn="r"/>
            <a:r>
              <a:rPr lang="en-US" dirty="0"/>
              <a:t>Firewall Types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3B978A-CA1D-4AE7-BE02-AEF491B6B1B7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457200" y="1970723"/>
            <a:ext cx="8229600" cy="3976687"/>
          </a:xfrm>
        </p:spPr>
        <p:txBody>
          <a:bodyPr>
            <a:normAutofit fontScale="92500" lnSpcReduction="20000"/>
          </a:bodyPr>
          <a:lstStyle/>
          <a:p>
            <a:pPr lvl="0">
              <a:buSzPct val="45000"/>
              <a:buFont typeface="StarSymbol"/>
              <a:buChar char="●"/>
            </a:pPr>
            <a:r>
              <a:rPr lang="en-US" dirty="0"/>
              <a:t>Packet Filters</a:t>
            </a:r>
          </a:p>
          <a:p>
            <a:pPr lvl="2" hangingPunct="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Char char="●"/>
            </a:pPr>
            <a:r>
              <a:rPr lang="en-US" sz="3200" dirty="0">
                <a:latin typeface="Liberation Serif" pitchFamily="18"/>
              </a:rPr>
              <a:t>Iptables types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US" dirty="0"/>
              <a:t>Session-Layer Proxies</a:t>
            </a:r>
          </a:p>
          <a:p>
            <a:pPr lvl="2" hangingPunct="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Char char="●"/>
            </a:pPr>
            <a:r>
              <a:rPr lang="en-US" sz="3200" dirty="0">
                <a:latin typeface="Liberation Serif" pitchFamily="18"/>
              </a:rPr>
              <a:t>Source establishes connection with proxy</a:t>
            </a:r>
          </a:p>
          <a:p>
            <a:pPr lvl="2" hangingPunct="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Char char="●"/>
            </a:pPr>
            <a:r>
              <a:rPr lang="en-US" sz="3200" dirty="0">
                <a:latin typeface="Liberation Serif" pitchFamily="18"/>
              </a:rPr>
              <a:t>Destination establishes connection with proxy</a:t>
            </a:r>
          </a:p>
          <a:p>
            <a:pPr lvl="2" hangingPunct="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Char char="●"/>
            </a:pPr>
            <a:r>
              <a:rPr lang="en-US" sz="3200" dirty="0">
                <a:latin typeface="Liberation Serif" pitchFamily="18"/>
              </a:rPr>
              <a:t>Man in the middle intercept of SSL connections for deep packet inspection of encrypted traffic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US" dirty="0"/>
              <a:t>Application Proxies</a:t>
            </a:r>
          </a:p>
          <a:p>
            <a:pPr lvl="2" hangingPunct="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Char char="●"/>
            </a:pPr>
            <a:r>
              <a:rPr lang="en-US" sz="3200" dirty="0">
                <a:latin typeface="Liberation Serif" pitchFamily="18"/>
              </a:rPr>
              <a:t>Enables inspection of layer 7 traffic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45456E-3E29-402F-9069-A35B711624CB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273050"/>
            <a:ext cx="8229600" cy="1144588"/>
          </a:xfrm>
        </p:spPr>
        <p:txBody>
          <a:bodyPr/>
          <a:lstStyle/>
          <a:p>
            <a:pPr lvl="0" algn="r"/>
            <a:r>
              <a:rPr lang="en-US" dirty="0"/>
              <a:t>Enterprise-class Firewalls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F88ABB-D946-4B03-B1B6-0177218176D8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457200" y="2234883"/>
            <a:ext cx="8229600" cy="3976687"/>
          </a:xfrm>
        </p:spPr>
        <p:txBody>
          <a:bodyPr>
            <a:normAutofit fontScale="92500" lnSpcReduction="20000"/>
          </a:bodyPr>
          <a:lstStyle/>
          <a:p>
            <a:pPr lvl="0">
              <a:buSzPct val="45000"/>
              <a:buFont typeface="StarSymbol"/>
              <a:buChar char="●"/>
            </a:pPr>
            <a:r>
              <a:rPr lang="en-US" dirty="0"/>
              <a:t>Often higher layer proxies are often standalone devices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US" dirty="0"/>
              <a:t>Firewall features/capabilities</a:t>
            </a:r>
          </a:p>
          <a:p>
            <a:pPr lvl="2" hangingPunct="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Char char="●"/>
            </a:pPr>
            <a:r>
              <a:rPr lang="en-US" sz="3200" dirty="0">
                <a:latin typeface="Liberation Serif" pitchFamily="18"/>
              </a:rPr>
              <a:t>NAT, DHCP, VPN tunneling</a:t>
            </a:r>
          </a:p>
          <a:p>
            <a:pPr lvl="2" hangingPunct="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Char char="●"/>
            </a:pPr>
            <a:r>
              <a:rPr lang="en-US" sz="3200" dirty="0">
                <a:latin typeface="Liberation Serif" pitchFamily="18"/>
              </a:rPr>
              <a:t>Load balancing</a:t>
            </a:r>
          </a:p>
          <a:p>
            <a:pPr lvl="2" hangingPunct="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Char char="●"/>
            </a:pPr>
            <a:r>
              <a:rPr lang="en-US" sz="3200" dirty="0">
                <a:latin typeface="Liberation Serif" pitchFamily="18"/>
              </a:rPr>
              <a:t>Fail over</a:t>
            </a:r>
          </a:p>
          <a:p>
            <a:pPr lvl="2" hangingPunct="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Char char="●"/>
            </a:pPr>
            <a:r>
              <a:rPr lang="en-US" sz="3200" dirty="0">
                <a:latin typeface="Liberation Serif" pitchFamily="18"/>
              </a:rPr>
              <a:t>Fragmentation reassembly</a:t>
            </a:r>
          </a:p>
          <a:p>
            <a:pPr lvl="2" hangingPunct="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Char char="●"/>
            </a:pPr>
            <a:r>
              <a:rPr lang="en-US" sz="3200" dirty="0">
                <a:latin typeface="Liberation Serif" pitchFamily="18"/>
              </a:rPr>
              <a:t>Stateful filtering, performance monitoring</a:t>
            </a:r>
          </a:p>
          <a:p>
            <a:pPr lvl="2" hangingPunct="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Char char="●"/>
            </a:pPr>
            <a:r>
              <a:rPr lang="en-US" sz="3200" dirty="0">
                <a:latin typeface="Liberation Serif" pitchFamily="18"/>
              </a:rPr>
              <a:t>Centralized management, Event logging</a:t>
            </a:r>
          </a:p>
          <a:p>
            <a:pPr lvl="2" hangingPunct="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Char char="●"/>
            </a:pPr>
            <a:r>
              <a:rPr lang="en-US" sz="3200" dirty="0">
                <a:latin typeface="Liberation Serif" pitchFamily="18"/>
              </a:rPr>
              <a:t>HW upgrades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F89203-18EB-4305-8592-725B399F1D8C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273050"/>
            <a:ext cx="8229600" cy="1144588"/>
          </a:xfrm>
        </p:spPr>
        <p:txBody>
          <a:bodyPr/>
          <a:lstStyle/>
          <a:p>
            <a:pPr lvl="0" algn="r"/>
            <a:r>
              <a:rPr lang="en-US" dirty="0"/>
              <a:t>Configuration Interfaces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FBFC6B-8D37-4766-A758-1E82143EB0CD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457200" y="2123123"/>
            <a:ext cx="8229600" cy="3976687"/>
          </a:xfrm>
        </p:spPr>
        <p:txBody>
          <a:bodyPr/>
          <a:lstStyle/>
          <a:p>
            <a:pPr lvl="0">
              <a:buSzPct val="45000"/>
              <a:buFont typeface="StarSymbol"/>
              <a:buChar char="●"/>
            </a:pPr>
            <a:r>
              <a:rPr lang="en-US" dirty="0"/>
              <a:t>CLI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US" dirty="0"/>
              <a:t>Remote CLI via SSH/Telnet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US" dirty="0"/>
              <a:t>SNMP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US" dirty="0"/>
              <a:t>Web interface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US" dirty="0"/>
              <a:t>Proprietary</a:t>
            </a:r>
          </a:p>
          <a:p>
            <a:pPr lvl="0"/>
            <a:endParaRPr lang="en-US" dirty="0"/>
          </a:p>
          <a:p>
            <a:pPr lvl="0">
              <a:buSzPct val="45000"/>
              <a:buFont typeface="StarSymbol"/>
              <a:buChar char="●"/>
            </a:pPr>
            <a:r>
              <a:rPr lang="en-US" dirty="0"/>
              <a:t>Remote access = insecurity!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1C6C20-1871-4F0D-A008-0CB007BB5E41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273050"/>
            <a:ext cx="8229600" cy="1144588"/>
          </a:xfrm>
        </p:spPr>
        <p:txBody>
          <a:bodyPr/>
          <a:lstStyle/>
          <a:p>
            <a:pPr lvl="0" algn="r"/>
            <a:r>
              <a:rPr lang="en-US" dirty="0"/>
              <a:t>Consumer Grade Firewalls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2B165F-001F-4823-8F54-39CC1AADEFD1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0" y="1604963"/>
            <a:ext cx="8229600" cy="3976687"/>
          </a:xfrm>
        </p:spPr>
        <p:txBody>
          <a:bodyPr/>
          <a:lstStyle/>
          <a:p>
            <a:pPr lvl="0">
              <a:buSzPct val="45000"/>
              <a:buFont typeface="StarSymbol"/>
              <a:buChar char="●"/>
            </a:pPr>
            <a:r>
              <a:rPr lang="en-US"/>
              <a:t>Provides</a:t>
            </a:r>
          </a:p>
          <a:p>
            <a:pPr lvl="2" hangingPunct="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Char char="●"/>
            </a:pPr>
            <a:r>
              <a:rPr lang="en-US" sz="3200">
                <a:latin typeface="Liberation Serif" pitchFamily="18"/>
              </a:rPr>
              <a:t>NAT</a:t>
            </a:r>
          </a:p>
          <a:p>
            <a:pPr lvl="2" hangingPunct="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Char char="●"/>
            </a:pPr>
            <a:r>
              <a:rPr lang="en-US" sz="3200">
                <a:latin typeface="Liberation Serif" pitchFamily="18"/>
              </a:rPr>
              <a:t>DHCP</a:t>
            </a:r>
          </a:p>
          <a:p>
            <a:pPr lvl="2" hangingPunct="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Char char="●"/>
            </a:pPr>
            <a:r>
              <a:rPr lang="en-US" sz="3200">
                <a:latin typeface="Liberation Serif" pitchFamily="18"/>
              </a:rPr>
              <a:t>WiFi interface</a:t>
            </a:r>
          </a:p>
          <a:p>
            <a:pPr lvl="2" hangingPunct="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Char char="●"/>
            </a:pPr>
            <a:r>
              <a:rPr lang="en-US" sz="3200">
                <a:latin typeface="Liberation Serif" pitchFamily="18"/>
              </a:rPr>
              <a:t>Some packet filtering</a:t>
            </a:r>
          </a:p>
          <a:p>
            <a:pPr lvl="2" hangingPunct="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Char char="●"/>
            </a:pPr>
            <a:r>
              <a:rPr lang="en-US" sz="3200">
                <a:latin typeface="Liberation Serif" pitchFamily="18"/>
              </a:rPr>
              <a:t>Some logging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8B19C1-2983-4B4E-AE86-AAD00A5D2F5D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273050"/>
            <a:ext cx="8229600" cy="1144588"/>
          </a:xfrm>
        </p:spPr>
        <p:txBody>
          <a:bodyPr/>
          <a:lstStyle/>
          <a:p>
            <a:pPr lvl="0" algn="r"/>
            <a:r>
              <a:rPr lang="en-US" dirty="0"/>
              <a:t>Firewall Evidence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D61830-8F8A-4B59-B799-29622B1ADD9C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0" y="1604963"/>
            <a:ext cx="8229600" cy="3976687"/>
          </a:xfrm>
        </p:spPr>
        <p:txBody>
          <a:bodyPr>
            <a:normAutofit fontScale="85000" lnSpcReduction="20000"/>
          </a:bodyPr>
          <a:lstStyle/>
          <a:p>
            <a:pPr lvl="0">
              <a:buSzPct val="45000"/>
              <a:buFont typeface="StarSymbol"/>
              <a:buChar char="●"/>
            </a:pPr>
            <a:r>
              <a:rPr lang="en-US"/>
              <a:t>Volatile</a:t>
            </a:r>
          </a:p>
          <a:p>
            <a:pPr lvl="2" hangingPunct="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Char char="●"/>
            </a:pPr>
            <a:r>
              <a:rPr lang="en-US" sz="3200">
                <a:latin typeface="Liberation Serif" pitchFamily="18"/>
              </a:rPr>
              <a:t>Similar to routers</a:t>
            </a:r>
          </a:p>
          <a:p>
            <a:pPr lvl="2" hangingPunct="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Char char="●"/>
            </a:pPr>
            <a:r>
              <a:rPr lang="en-US" sz="3200">
                <a:latin typeface="Liberation Serif" pitchFamily="18"/>
              </a:rPr>
              <a:t>Command history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US"/>
              <a:t>Persistent</a:t>
            </a:r>
          </a:p>
          <a:p>
            <a:pPr lvl="2" hangingPunct="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Char char="●"/>
            </a:pPr>
            <a:r>
              <a:rPr lang="en-US" sz="3200">
                <a:latin typeface="Liberation Serif" pitchFamily="18"/>
              </a:rPr>
              <a:t>Boot load, startup config</a:t>
            </a:r>
          </a:p>
          <a:p>
            <a:pPr lvl="2" hangingPunct="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Char char="●"/>
            </a:pPr>
            <a:r>
              <a:rPr lang="en-US" sz="3200">
                <a:latin typeface="Liberation Serif" pitchFamily="18"/>
              </a:rPr>
              <a:t>Access logs, DHCP logs</a:t>
            </a:r>
          </a:p>
          <a:p>
            <a:pPr lvl="2" hangingPunct="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Char char="●"/>
            </a:pPr>
            <a:r>
              <a:rPr lang="en-US" sz="3200">
                <a:latin typeface="Liberation Serif" pitchFamily="18"/>
              </a:rPr>
              <a:t>Firewall rules and exceptions</a:t>
            </a:r>
          </a:p>
          <a:p>
            <a:pPr lvl="2" hangingPunct="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Char char="●"/>
            </a:pPr>
            <a:r>
              <a:rPr lang="en-US" sz="3200">
                <a:latin typeface="Liberation Serif" pitchFamily="18"/>
              </a:rPr>
              <a:t>TURN IT ON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US"/>
              <a:t>Remote</a:t>
            </a:r>
          </a:p>
          <a:p>
            <a:pPr lvl="2" hangingPunct="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Char char="●"/>
            </a:pPr>
            <a:r>
              <a:rPr lang="en-US" sz="3200">
                <a:latin typeface="Liberation Serif" pitchFamily="18"/>
              </a:rPr>
              <a:t>Usual logs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70433B-49B9-4EA1-A3CA-372B13671919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273050"/>
            <a:ext cx="8229600" cy="1144588"/>
          </a:xfrm>
        </p:spPr>
        <p:txBody>
          <a:bodyPr/>
          <a:lstStyle/>
          <a:p>
            <a:pPr lvl="0" algn="r"/>
            <a:r>
              <a:rPr lang="en-US" dirty="0"/>
              <a:t>Interfaces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D145BC-86BA-4596-BE58-FD19A10B3406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0" y="1604963"/>
            <a:ext cx="8229600" cy="3976687"/>
          </a:xfrm>
        </p:spPr>
        <p:txBody>
          <a:bodyPr/>
          <a:lstStyle/>
          <a:p>
            <a:pPr lvl="0">
              <a:buSzPct val="45000"/>
              <a:buFont typeface="StarSymbol"/>
              <a:buChar char="●"/>
            </a:pPr>
            <a:r>
              <a:rPr lang="en-US"/>
              <a:t>CLI</a:t>
            </a:r>
          </a:p>
          <a:p>
            <a:pPr lvl="2" hangingPunct="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Char char="●"/>
            </a:pPr>
            <a:r>
              <a:rPr lang="en-US" sz="3200">
                <a:latin typeface="Liberation Serif" pitchFamily="18"/>
              </a:rPr>
              <a:t>Cisco ASA 5505 is typical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A9CD8D3-0D5F-4DBE-ACDE-C7DEE13762A4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1551599" y="3010680"/>
            <a:ext cx="5303880" cy="311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F880E4-0CDA-44FD-A862-07345703C4F3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273050"/>
            <a:ext cx="8229600" cy="1144588"/>
          </a:xfrm>
        </p:spPr>
        <p:txBody>
          <a:bodyPr/>
          <a:lstStyle/>
          <a:p>
            <a:pPr lvl="0" algn="r"/>
            <a:r>
              <a:rPr lang="en-US" dirty="0"/>
              <a:t>Cisco ASA 5505 Continued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E616084-6671-4530-A38B-B5F321A01190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2005920" y="2196360"/>
            <a:ext cx="4761000" cy="37472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2A7F2F-1741-4CDC-B40F-70812A27CE1C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273050"/>
            <a:ext cx="8229600" cy="1144588"/>
          </a:xfrm>
        </p:spPr>
        <p:txBody>
          <a:bodyPr/>
          <a:lstStyle/>
          <a:p>
            <a:pPr lvl="0" algn="r"/>
            <a:r>
              <a:rPr lang="en-US" dirty="0"/>
              <a:t>Logging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010049-F81D-4D60-A1D3-A221E9A449B4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0" y="1604963"/>
            <a:ext cx="8229600" cy="3976687"/>
          </a:xfrm>
        </p:spPr>
        <p:txBody>
          <a:bodyPr/>
          <a:lstStyle/>
          <a:p>
            <a:pPr lvl="0">
              <a:buSzPct val="45000"/>
              <a:buFont typeface="StarSymbol"/>
              <a:buChar char="●"/>
            </a:pPr>
            <a:r>
              <a:rPr lang="en-US"/>
              <a:t>Cisco ASA 5505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D35B54B-BEFB-4843-AC77-194E0B9A2050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1188719" y="2581920"/>
            <a:ext cx="6126480" cy="2904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2339D-A945-4978-8F2B-055AA9A45EA0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273050"/>
            <a:ext cx="8229600" cy="1144588"/>
          </a:xfrm>
        </p:spPr>
        <p:txBody>
          <a:bodyPr/>
          <a:lstStyle/>
          <a:p>
            <a:pPr lvl="0" algn="r"/>
            <a:r>
              <a:rPr lang="en-US" dirty="0"/>
              <a:t>Other Logs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DC21F5-241E-4675-9ADC-43552BEB19A1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0" y="1604963"/>
            <a:ext cx="8229600" cy="3976687"/>
          </a:xfrm>
        </p:spPr>
        <p:txBody>
          <a:bodyPr/>
          <a:lstStyle/>
          <a:p>
            <a:pPr lvl="0">
              <a:buSzPct val="45000"/>
              <a:buFont typeface="StarSymbol"/>
              <a:buChar char="●"/>
            </a:pPr>
            <a:r>
              <a:rPr lang="en-US"/>
              <a:t>Syslog, rsyslog, etc.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US"/>
              <a:t>AAA logs</a:t>
            </a:r>
          </a:p>
          <a:p>
            <a:pPr lvl="2" hangingPunct="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Char char="●"/>
            </a:pPr>
            <a:r>
              <a:rPr lang="en-US" sz="3200">
                <a:latin typeface="Liberation Serif" pitchFamily="18"/>
              </a:rPr>
              <a:t>Authentication</a:t>
            </a:r>
          </a:p>
          <a:p>
            <a:pPr lvl="2" hangingPunct="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Char char="●"/>
            </a:pPr>
            <a:r>
              <a:rPr lang="en-US" sz="3200">
                <a:latin typeface="Liberation Serif" pitchFamily="18"/>
              </a:rPr>
              <a:t>Authorization</a:t>
            </a:r>
          </a:p>
          <a:p>
            <a:pPr lvl="2" hangingPunct="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Char char="●"/>
            </a:pPr>
            <a:r>
              <a:rPr lang="en-US" sz="3200">
                <a:latin typeface="Liberation Serif" pitchFamily="18"/>
              </a:rPr>
              <a:t>Accounting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US"/>
              <a:t>Files usage logs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itle Slid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itle and Conten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Default 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Defaul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Compariso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Layout2 obj Title and Conten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binu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inus" id="{B3ECFADF-CE4A-4472-A9E9-0B55BBCC5233}" vid="{C24EF183-C4D0-4A7E-9CFC-1A56A2A4F183}"/>
    </a:ext>
  </a:extLst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2601</TotalTime>
  <Words>766</Words>
  <Application>Microsoft Office PowerPoint</Application>
  <PresentationFormat>On-screen Show (4:3)</PresentationFormat>
  <Paragraphs>238</Paragraphs>
  <Slides>29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7</vt:i4>
      </vt:variant>
      <vt:variant>
        <vt:lpstr>Slide Titles</vt:lpstr>
      </vt:variant>
      <vt:variant>
        <vt:i4>29</vt:i4>
      </vt:variant>
    </vt:vector>
  </HeadingPairs>
  <TitlesOfParts>
    <vt:vector size="42" baseType="lpstr">
      <vt:lpstr>Arial</vt:lpstr>
      <vt:lpstr>Arial Narrow</vt:lpstr>
      <vt:lpstr>Calibri</vt:lpstr>
      <vt:lpstr>Calibri Light</vt:lpstr>
      <vt:lpstr>Liberation Serif</vt:lpstr>
      <vt:lpstr>StarSymbol</vt:lpstr>
      <vt:lpstr>Title Slide</vt:lpstr>
      <vt:lpstr>Title and Content</vt:lpstr>
      <vt:lpstr>Default 1</vt:lpstr>
      <vt:lpstr>Default</vt:lpstr>
      <vt:lpstr>Comparison</vt:lpstr>
      <vt:lpstr>Layout2 obj Title and Content</vt:lpstr>
      <vt:lpstr>binus</vt:lpstr>
      <vt:lpstr>Network Forensics</vt:lpstr>
      <vt:lpstr>Session Learning Outcomes</vt:lpstr>
      <vt:lpstr>Storage Media</vt:lpstr>
      <vt:lpstr>Switches</vt:lpstr>
      <vt:lpstr>CAM Tables</vt:lpstr>
      <vt:lpstr>CAM Table</vt:lpstr>
      <vt:lpstr>ARP Tables</vt:lpstr>
      <vt:lpstr>ARP Table</vt:lpstr>
      <vt:lpstr>Managed Switches</vt:lpstr>
      <vt:lpstr>Smart Switches</vt:lpstr>
      <vt:lpstr>Home Switches</vt:lpstr>
      <vt:lpstr>Switch Evidence</vt:lpstr>
      <vt:lpstr>Routers  -  Why?</vt:lpstr>
      <vt:lpstr>Enterprise router</vt:lpstr>
      <vt:lpstr>Router Interfaces</vt:lpstr>
      <vt:lpstr>Consumer Grade Routers</vt:lpstr>
      <vt:lpstr>Router Evidence Volatile</vt:lpstr>
      <vt:lpstr>Router Evidence Non-Volatile</vt:lpstr>
      <vt:lpstr>Router Evidence Remote</vt:lpstr>
      <vt:lpstr>Firewalls</vt:lpstr>
      <vt:lpstr>Firewall Types</vt:lpstr>
      <vt:lpstr>Enterprise-class Firewalls</vt:lpstr>
      <vt:lpstr>Configuration Interfaces</vt:lpstr>
      <vt:lpstr>Consumer Grade Firewalls</vt:lpstr>
      <vt:lpstr>Firewall Evidence</vt:lpstr>
      <vt:lpstr>Interfaces</vt:lpstr>
      <vt:lpstr>Cisco ASA 5505 Continued</vt:lpstr>
      <vt:lpstr>Logging</vt:lpstr>
      <vt:lpstr>Other Logs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Switches, Routers, and Firewalls</dc:title>
  <dc:creator>Satrio Pradono</dc:creator>
  <cp:lastModifiedBy>Satrio Pradono</cp:lastModifiedBy>
  <cp:revision>32</cp:revision>
  <dcterms:modified xsi:type="dcterms:W3CDTF">2019-09-04T14:01:15Z</dcterms:modified>
</cp:coreProperties>
</file>